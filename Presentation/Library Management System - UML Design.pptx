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iter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72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F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.slidesdocs.com/e5842ec8e1c21dcf8cbd3dc38501df639e89ec42.jp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95000"/>
                </a:srgbClr>
              </a:gs>
              <a:gs pos="50000">
                <a:srgbClr val="005F73">
                  <a:alpha val="90000"/>
                </a:srgbClr>
              </a:gs>
              <a:gs pos="100000">
                <a:srgbClr val="0A9396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320183" y="957263"/>
            <a:ext cx="3552825" cy="419100"/>
          </a:xfrm>
          <a:custGeom>
            <a:avLst/>
            <a:gdLst/>
            <a:ahLst/>
            <a:cxnLst/>
            <a:rect l="l" t="t" r="r" b="b"/>
            <a:pathLst>
              <a:path w="3552825" h="419100">
                <a:moveTo>
                  <a:pt x="209550" y="0"/>
                </a:moveTo>
                <a:lnTo>
                  <a:pt x="3343275" y="0"/>
                </a:lnTo>
                <a:cubicBezTo>
                  <a:pt x="3458929" y="0"/>
                  <a:pt x="3552825" y="93896"/>
                  <a:pt x="3552825" y="209550"/>
                </a:cubicBezTo>
                <a:lnTo>
                  <a:pt x="3552825" y="209550"/>
                </a:lnTo>
                <a:cubicBezTo>
                  <a:pt x="3552825" y="325204"/>
                  <a:pt x="3458929" y="419100"/>
                  <a:pt x="3343275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" name="Text 2"/>
          <p:cNvSpPr/>
          <p:nvPr/>
        </p:nvSpPr>
        <p:spPr>
          <a:xfrm>
            <a:off x="4505920" y="1042988"/>
            <a:ext cx="31800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ENGINEERING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76536" y="1909762"/>
            <a:ext cx="90392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Library Management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38985" y="2995613"/>
            <a:ext cx="2714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UML Design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39100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9" name="Text 6"/>
          <p:cNvSpPr/>
          <p:nvPr/>
        </p:nvSpPr>
        <p:spPr>
          <a:xfrm>
            <a:off x="2584252" y="4329113"/>
            <a:ext cx="701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Course: </a:t>
            </a:r>
            <a:r>
              <a:rPr lang="en-US" sz="16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Enterprise: Personal Process and Qualit</a:t>
            </a: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31877" y="4905375"/>
            <a:ext cx="6924675" cy="9525"/>
          </a:xfrm>
          <a:custGeom>
            <a:avLst/>
            <a:gdLst/>
            <a:ahLst/>
            <a:cxnLst/>
            <a:rect l="l" t="t" r="r" b="b"/>
            <a:pathLst>
              <a:path w="6924675" h="9525">
                <a:moveTo>
                  <a:pt x="0" y="0"/>
                </a:moveTo>
                <a:lnTo>
                  <a:pt x="6924675" y="0"/>
                </a:lnTo>
                <a:lnTo>
                  <a:pt x="69246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3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589014" y="5214938"/>
            <a:ext cx="701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Contributors: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574727" y="5595938"/>
            <a:ext cx="7038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Khondamir Tuychiev • Boburjon Komilov • Abdulaziz Maxammadjonov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3648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14450"/>
            <a:ext cx="3609975" cy="5162550"/>
          </a:xfrm>
          <a:custGeom>
            <a:avLst/>
            <a:gdLst/>
            <a:ahLst/>
            <a:cxnLst/>
            <a:rect l="l" t="t" r="r" b="b"/>
            <a:pathLst>
              <a:path w="3609975" h="5162550">
                <a:moveTo>
                  <a:pt x="38100" y="0"/>
                </a:moveTo>
                <a:lnTo>
                  <a:pt x="3571875" y="0"/>
                </a:lnTo>
                <a:cubicBezTo>
                  <a:pt x="3592903" y="0"/>
                  <a:pt x="3609975" y="17072"/>
                  <a:pt x="3609975" y="38100"/>
                </a:cubicBezTo>
                <a:lnTo>
                  <a:pt x="3609975" y="5048258"/>
                </a:lnTo>
                <a:cubicBezTo>
                  <a:pt x="3609975" y="5111380"/>
                  <a:pt x="3558805" y="5162550"/>
                  <a:pt x="3495683" y="5162550"/>
                </a:cubicBezTo>
                <a:lnTo>
                  <a:pt x="114292" y="5162550"/>
                </a:lnTo>
                <a:cubicBezTo>
                  <a:pt x="51170" y="5162550"/>
                  <a:pt x="0" y="5111380"/>
                  <a:pt x="0" y="50482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14450"/>
            <a:ext cx="3609975" cy="38100"/>
          </a:xfrm>
          <a:custGeom>
            <a:avLst/>
            <a:gdLst/>
            <a:ahLst/>
            <a:cxnLst/>
            <a:rect l="l" t="t" r="r" b="b"/>
            <a:pathLst>
              <a:path w="3609975" h="38100">
                <a:moveTo>
                  <a:pt x="38100" y="0"/>
                </a:moveTo>
                <a:lnTo>
                  <a:pt x="3571875" y="0"/>
                </a:lnTo>
                <a:cubicBezTo>
                  <a:pt x="3592903" y="0"/>
                  <a:pt x="3609975" y="17072"/>
                  <a:pt x="3609975" y="38100"/>
                </a:cubicBezTo>
                <a:lnTo>
                  <a:pt x="36099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8" name="Shape 6"/>
          <p:cNvSpPr/>
          <p:nvPr/>
        </p:nvSpPr>
        <p:spPr>
          <a:xfrm>
            <a:off x="838200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7866"/>
                </a:moveTo>
                <a:cubicBezTo>
                  <a:pt x="135985" y="67866"/>
                  <a:pt x="153591" y="50260"/>
                  <a:pt x="153591" y="28575"/>
                </a:cubicBezTo>
                <a:cubicBezTo>
                  <a:pt x="153591" y="6890"/>
                  <a:pt x="135985" y="-10716"/>
                  <a:pt x="114300" y="-10716"/>
                </a:cubicBezTo>
                <a:cubicBezTo>
                  <a:pt x="92615" y="-10716"/>
                  <a:pt x="75009" y="6890"/>
                  <a:pt x="75009" y="28575"/>
                </a:cubicBezTo>
                <a:cubicBezTo>
                  <a:pt x="75009" y="50260"/>
                  <a:pt x="92615" y="67866"/>
                  <a:pt x="114300" y="67866"/>
                </a:cubicBezTo>
                <a:close/>
                <a:moveTo>
                  <a:pt x="114300" y="201231"/>
                </a:moveTo>
                <a:lnTo>
                  <a:pt x="114300" y="134570"/>
                </a:lnTo>
                <a:cubicBezTo>
                  <a:pt x="121578" y="131534"/>
                  <a:pt x="128989" y="128454"/>
                  <a:pt x="136490" y="125328"/>
                </a:cubicBezTo>
                <a:cubicBezTo>
                  <a:pt x="153903" y="118095"/>
                  <a:pt x="172566" y="114345"/>
                  <a:pt x="191452" y="114345"/>
                </a:cubicBezTo>
                <a:lnTo>
                  <a:pt x="200025" y="114345"/>
                </a:lnTo>
                <a:lnTo>
                  <a:pt x="200025" y="185782"/>
                </a:lnTo>
                <a:lnTo>
                  <a:pt x="191452" y="185782"/>
                </a:lnTo>
                <a:cubicBezTo>
                  <a:pt x="165065" y="185782"/>
                  <a:pt x="138901" y="191006"/>
                  <a:pt x="114523" y="201186"/>
                </a:cubicBezTo>
                <a:lnTo>
                  <a:pt x="114300" y="201275"/>
                </a:lnTo>
                <a:close/>
                <a:moveTo>
                  <a:pt x="114300" y="103584"/>
                </a:moveTo>
                <a:lnTo>
                  <a:pt x="103093" y="98896"/>
                </a:lnTo>
                <a:cubicBezTo>
                  <a:pt x="82198" y="90190"/>
                  <a:pt x="59784" y="85725"/>
                  <a:pt x="37148" y="85725"/>
                </a:cubicBezTo>
                <a:lnTo>
                  <a:pt x="21431" y="85725"/>
                </a:lnTo>
                <a:cubicBezTo>
                  <a:pt x="9599" y="85725"/>
                  <a:pt x="0" y="95324"/>
                  <a:pt x="0" y="107156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37148" y="214313"/>
                </a:lnTo>
                <a:cubicBezTo>
                  <a:pt x="59784" y="214313"/>
                  <a:pt x="82198" y="218777"/>
                  <a:pt x="103093" y="227484"/>
                </a:cubicBezTo>
                <a:lnTo>
                  <a:pt x="108808" y="229850"/>
                </a:lnTo>
                <a:cubicBezTo>
                  <a:pt x="112335" y="231324"/>
                  <a:pt x="116265" y="231324"/>
                  <a:pt x="119792" y="229850"/>
                </a:cubicBezTo>
                <a:lnTo>
                  <a:pt x="125507" y="227484"/>
                </a:lnTo>
                <a:cubicBezTo>
                  <a:pt x="146402" y="218777"/>
                  <a:pt x="168816" y="214312"/>
                  <a:pt x="191453" y="214312"/>
                </a:cubicBezTo>
                <a:lnTo>
                  <a:pt x="207169" y="214312"/>
                </a:lnTo>
                <a:cubicBezTo>
                  <a:pt x="219001" y="214312"/>
                  <a:pt x="228600" y="204713"/>
                  <a:pt x="228600" y="192881"/>
                </a:cubicBezTo>
                <a:lnTo>
                  <a:pt x="228600" y="107156"/>
                </a:lnTo>
                <a:cubicBezTo>
                  <a:pt x="228600" y="95324"/>
                  <a:pt x="219001" y="85725"/>
                  <a:pt x="207169" y="85725"/>
                </a:cubicBezTo>
                <a:lnTo>
                  <a:pt x="191453" y="85725"/>
                </a:lnTo>
                <a:cubicBezTo>
                  <a:pt x="168816" y="85725"/>
                  <a:pt x="146402" y="90190"/>
                  <a:pt x="125507" y="98896"/>
                </a:cubicBezTo>
                <a:lnTo>
                  <a:pt x="114300" y="103584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752600"/>
            <a:ext cx="657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400300"/>
            <a:ext cx="3086100" cy="377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comprehensive Library Management System designed to automate and streamline library operations including book cataloging, member management, and transaction processing.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2501" y="1314450"/>
            <a:ext cx="3609975" cy="5162550"/>
          </a:xfrm>
          <a:custGeom>
            <a:avLst/>
            <a:gdLst/>
            <a:ahLst/>
            <a:cxnLst/>
            <a:rect l="l" t="t" r="r" b="b"/>
            <a:pathLst>
              <a:path w="3609975" h="5162550">
                <a:moveTo>
                  <a:pt x="38100" y="0"/>
                </a:moveTo>
                <a:lnTo>
                  <a:pt x="3571875" y="0"/>
                </a:lnTo>
                <a:cubicBezTo>
                  <a:pt x="3592903" y="0"/>
                  <a:pt x="3609975" y="17072"/>
                  <a:pt x="3609975" y="38100"/>
                </a:cubicBezTo>
                <a:lnTo>
                  <a:pt x="3609975" y="5048258"/>
                </a:lnTo>
                <a:cubicBezTo>
                  <a:pt x="3609975" y="5111380"/>
                  <a:pt x="3558805" y="5162550"/>
                  <a:pt x="3495683" y="5162550"/>
                </a:cubicBezTo>
                <a:lnTo>
                  <a:pt x="114292" y="5162550"/>
                </a:lnTo>
                <a:cubicBezTo>
                  <a:pt x="51170" y="5162550"/>
                  <a:pt x="0" y="5111380"/>
                  <a:pt x="0" y="50482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2501" y="1314450"/>
            <a:ext cx="3609975" cy="38100"/>
          </a:xfrm>
          <a:custGeom>
            <a:avLst/>
            <a:gdLst/>
            <a:ahLst/>
            <a:cxnLst/>
            <a:rect l="l" t="t" r="r" b="b"/>
            <a:pathLst>
              <a:path w="3609975" h="38100">
                <a:moveTo>
                  <a:pt x="38100" y="0"/>
                </a:moveTo>
                <a:lnTo>
                  <a:pt x="3571875" y="0"/>
                </a:lnTo>
                <a:cubicBezTo>
                  <a:pt x="3592903" y="0"/>
                  <a:pt x="3609975" y="17072"/>
                  <a:pt x="3609975" y="38100"/>
                </a:cubicBezTo>
                <a:lnTo>
                  <a:pt x="36099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7301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49701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5283101" y="1752600"/>
            <a:ext cx="112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UML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7301" y="2400300"/>
            <a:ext cx="3086100" cy="377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UML modeling provides a visual blueprint of the system before implementation, enabling clear communication of requirements, structure, and behavior among stakeholders.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04150" y="1314450"/>
            <a:ext cx="3609975" cy="5162550"/>
          </a:xfrm>
          <a:custGeom>
            <a:avLst/>
            <a:gdLst/>
            <a:ahLst/>
            <a:cxnLst/>
            <a:rect l="l" t="t" r="r" b="b"/>
            <a:pathLst>
              <a:path w="3609975" h="5162550">
                <a:moveTo>
                  <a:pt x="38100" y="0"/>
                </a:moveTo>
                <a:lnTo>
                  <a:pt x="3571875" y="0"/>
                </a:lnTo>
                <a:cubicBezTo>
                  <a:pt x="3592903" y="0"/>
                  <a:pt x="3609975" y="17072"/>
                  <a:pt x="3609975" y="38100"/>
                </a:cubicBezTo>
                <a:lnTo>
                  <a:pt x="3609975" y="5048258"/>
                </a:lnTo>
                <a:cubicBezTo>
                  <a:pt x="3609975" y="5111380"/>
                  <a:pt x="3558805" y="5162550"/>
                  <a:pt x="3495683" y="5162550"/>
                </a:cubicBezTo>
                <a:lnTo>
                  <a:pt x="114292" y="5162550"/>
                </a:lnTo>
                <a:cubicBezTo>
                  <a:pt x="51170" y="5162550"/>
                  <a:pt x="0" y="5111380"/>
                  <a:pt x="0" y="50482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04150" y="1314450"/>
            <a:ext cx="3609975" cy="38100"/>
          </a:xfrm>
          <a:custGeom>
            <a:avLst/>
            <a:gdLst/>
            <a:ahLst/>
            <a:cxnLst/>
            <a:rect l="l" t="t" r="r" b="b"/>
            <a:pathLst>
              <a:path w="3609975" h="38100">
                <a:moveTo>
                  <a:pt x="38100" y="0"/>
                </a:moveTo>
                <a:lnTo>
                  <a:pt x="3571875" y="0"/>
                </a:lnTo>
                <a:cubicBezTo>
                  <a:pt x="3592903" y="0"/>
                  <a:pt x="3609975" y="17072"/>
                  <a:pt x="3609975" y="38100"/>
                </a:cubicBezTo>
                <a:lnTo>
                  <a:pt x="36099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895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8661350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9194750" y="1752600"/>
            <a:ext cx="1809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Problems Solved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75625" y="2457450"/>
            <a:ext cx="85725" cy="171450"/>
          </a:xfrm>
          <a:custGeom>
            <a:avLst/>
            <a:gdLst/>
            <a:ahLst/>
            <a:cxnLst/>
            <a:rect l="l" t="t" r="r" b="b"/>
            <a:pathLst>
              <a:path w="85725" h="171450">
                <a:moveTo>
                  <a:pt x="82745" y="78157"/>
                </a:moveTo>
                <a:cubicBezTo>
                  <a:pt x="86931" y="82343"/>
                  <a:pt x="86931" y="89141"/>
                  <a:pt x="82745" y="93326"/>
                </a:cubicBezTo>
                <a:lnTo>
                  <a:pt x="29167" y="146905"/>
                </a:lnTo>
                <a:cubicBezTo>
                  <a:pt x="24981" y="151090"/>
                  <a:pt x="18183" y="151090"/>
                  <a:pt x="13997" y="146905"/>
                </a:cubicBezTo>
                <a:cubicBezTo>
                  <a:pt x="9811" y="142719"/>
                  <a:pt x="9811" y="135921"/>
                  <a:pt x="13997" y="131735"/>
                </a:cubicBezTo>
                <a:lnTo>
                  <a:pt x="60008" y="85725"/>
                </a:lnTo>
                <a:lnTo>
                  <a:pt x="14031" y="39715"/>
                </a:lnTo>
                <a:cubicBezTo>
                  <a:pt x="9845" y="35529"/>
                  <a:pt x="9845" y="28731"/>
                  <a:pt x="14031" y="24545"/>
                </a:cubicBezTo>
                <a:cubicBezTo>
                  <a:pt x="18217" y="20360"/>
                  <a:pt x="25014" y="20360"/>
                  <a:pt x="29200" y="24545"/>
                </a:cubicBezTo>
                <a:lnTo>
                  <a:pt x="82778" y="78124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3" name="Text 21"/>
          <p:cNvSpPr/>
          <p:nvPr/>
        </p:nvSpPr>
        <p:spPr>
          <a:xfrm>
            <a:off x="8837563" y="2400300"/>
            <a:ext cx="2619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book tracking inefficiency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75625" y="2838450"/>
            <a:ext cx="85725" cy="171450"/>
          </a:xfrm>
          <a:custGeom>
            <a:avLst/>
            <a:gdLst/>
            <a:ahLst/>
            <a:cxnLst/>
            <a:rect l="l" t="t" r="r" b="b"/>
            <a:pathLst>
              <a:path w="85725" h="171450">
                <a:moveTo>
                  <a:pt x="82745" y="78157"/>
                </a:moveTo>
                <a:cubicBezTo>
                  <a:pt x="86931" y="82343"/>
                  <a:pt x="86931" y="89141"/>
                  <a:pt x="82745" y="93326"/>
                </a:cubicBezTo>
                <a:lnTo>
                  <a:pt x="29167" y="146905"/>
                </a:lnTo>
                <a:cubicBezTo>
                  <a:pt x="24981" y="151090"/>
                  <a:pt x="18183" y="151090"/>
                  <a:pt x="13997" y="146905"/>
                </a:cubicBezTo>
                <a:cubicBezTo>
                  <a:pt x="9811" y="142719"/>
                  <a:pt x="9811" y="135921"/>
                  <a:pt x="13997" y="131735"/>
                </a:cubicBezTo>
                <a:lnTo>
                  <a:pt x="60008" y="85725"/>
                </a:lnTo>
                <a:lnTo>
                  <a:pt x="14031" y="39715"/>
                </a:lnTo>
                <a:cubicBezTo>
                  <a:pt x="9845" y="35529"/>
                  <a:pt x="9845" y="28731"/>
                  <a:pt x="14031" y="24545"/>
                </a:cubicBezTo>
                <a:cubicBezTo>
                  <a:pt x="18217" y="20360"/>
                  <a:pt x="25014" y="20360"/>
                  <a:pt x="29200" y="24545"/>
                </a:cubicBezTo>
                <a:lnTo>
                  <a:pt x="82778" y="78124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5" name="Text 23"/>
          <p:cNvSpPr/>
          <p:nvPr/>
        </p:nvSpPr>
        <p:spPr>
          <a:xfrm>
            <a:off x="8837563" y="278130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member access control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75625" y="3219450"/>
            <a:ext cx="85725" cy="171450"/>
          </a:xfrm>
          <a:custGeom>
            <a:avLst/>
            <a:gdLst/>
            <a:ahLst/>
            <a:cxnLst/>
            <a:rect l="l" t="t" r="r" b="b"/>
            <a:pathLst>
              <a:path w="85725" h="171450">
                <a:moveTo>
                  <a:pt x="82745" y="78157"/>
                </a:moveTo>
                <a:cubicBezTo>
                  <a:pt x="86931" y="82343"/>
                  <a:pt x="86931" y="89141"/>
                  <a:pt x="82745" y="93326"/>
                </a:cubicBezTo>
                <a:lnTo>
                  <a:pt x="29167" y="146905"/>
                </a:lnTo>
                <a:cubicBezTo>
                  <a:pt x="24981" y="151090"/>
                  <a:pt x="18183" y="151090"/>
                  <a:pt x="13997" y="146905"/>
                </a:cubicBezTo>
                <a:cubicBezTo>
                  <a:pt x="9811" y="142719"/>
                  <a:pt x="9811" y="135921"/>
                  <a:pt x="13997" y="131735"/>
                </a:cubicBezTo>
                <a:lnTo>
                  <a:pt x="60008" y="85725"/>
                </a:lnTo>
                <a:lnTo>
                  <a:pt x="14031" y="39715"/>
                </a:lnTo>
                <a:cubicBezTo>
                  <a:pt x="9845" y="35529"/>
                  <a:pt x="9845" y="28731"/>
                  <a:pt x="14031" y="24545"/>
                </a:cubicBezTo>
                <a:cubicBezTo>
                  <a:pt x="18217" y="20360"/>
                  <a:pt x="25014" y="20360"/>
                  <a:pt x="29200" y="24545"/>
                </a:cubicBezTo>
                <a:lnTo>
                  <a:pt x="82778" y="78124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7" name="Text 25"/>
          <p:cNvSpPr/>
          <p:nvPr/>
        </p:nvSpPr>
        <p:spPr>
          <a:xfrm>
            <a:off x="8837563" y="3162300"/>
            <a:ext cx="260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Overdue management challenges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75625" y="3600450"/>
            <a:ext cx="85725" cy="171450"/>
          </a:xfrm>
          <a:custGeom>
            <a:avLst/>
            <a:gdLst/>
            <a:ahLst/>
            <a:cxnLst/>
            <a:rect l="l" t="t" r="r" b="b"/>
            <a:pathLst>
              <a:path w="85725" h="171450">
                <a:moveTo>
                  <a:pt x="82745" y="78157"/>
                </a:moveTo>
                <a:cubicBezTo>
                  <a:pt x="86931" y="82343"/>
                  <a:pt x="86931" y="89141"/>
                  <a:pt x="82745" y="93326"/>
                </a:cubicBezTo>
                <a:lnTo>
                  <a:pt x="29167" y="146905"/>
                </a:lnTo>
                <a:cubicBezTo>
                  <a:pt x="24981" y="151090"/>
                  <a:pt x="18183" y="151090"/>
                  <a:pt x="13997" y="146905"/>
                </a:cubicBezTo>
                <a:cubicBezTo>
                  <a:pt x="9811" y="142719"/>
                  <a:pt x="9811" y="135921"/>
                  <a:pt x="13997" y="131735"/>
                </a:cubicBezTo>
                <a:lnTo>
                  <a:pt x="60008" y="85725"/>
                </a:lnTo>
                <a:lnTo>
                  <a:pt x="14031" y="39715"/>
                </a:lnTo>
                <a:cubicBezTo>
                  <a:pt x="9845" y="35529"/>
                  <a:pt x="9845" y="28731"/>
                  <a:pt x="14031" y="24545"/>
                </a:cubicBezTo>
                <a:cubicBezTo>
                  <a:pt x="18217" y="20360"/>
                  <a:pt x="25014" y="20360"/>
                  <a:pt x="29200" y="24545"/>
                </a:cubicBezTo>
                <a:lnTo>
                  <a:pt x="82778" y="78124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9" name="Text 27"/>
          <p:cNvSpPr/>
          <p:nvPr/>
        </p:nvSpPr>
        <p:spPr>
          <a:xfrm>
            <a:off x="8837563" y="3543300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Catalog maintenance complexity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95400"/>
            <a:ext cx="5581650" cy="1647825"/>
          </a:xfrm>
          <a:custGeom>
            <a:avLst/>
            <a:gdLst/>
            <a:ahLst/>
            <a:cxnLst/>
            <a:rect l="l" t="t" r="r" b="b"/>
            <a:pathLst>
              <a:path w="5581650" h="1647825">
                <a:moveTo>
                  <a:pt x="38100" y="0"/>
                </a:moveTo>
                <a:lnTo>
                  <a:pt x="5467357" y="0"/>
                </a:lnTo>
                <a:cubicBezTo>
                  <a:pt x="5530437" y="0"/>
                  <a:pt x="5581650" y="51213"/>
                  <a:pt x="5581650" y="114293"/>
                </a:cubicBezTo>
                <a:lnTo>
                  <a:pt x="5581650" y="1533532"/>
                </a:lnTo>
                <a:cubicBezTo>
                  <a:pt x="5581650" y="1596612"/>
                  <a:pt x="5530437" y="1647825"/>
                  <a:pt x="5467357" y="1647825"/>
                </a:cubicBez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295400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3810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160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6288" y="1977926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75902" y="71438"/>
                </a:moveTo>
                <a:cubicBezTo>
                  <a:pt x="75902" y="34474"/>
                  <a:pt x="105912" y="4465"/>
                  <a:pt x="142875" y="4465"/>
                </a:cubicBezTo>
                <a:cubicBezTo>
                  <a:pt x="179838" y="4465"/>
                  <a:pt x="209848" y="34474"/>
                  <a:pt x="209848" y="71437"/>
                </a:cubicBezTo>
                <a:cubicBezTo>
                  <a:pt x="209848" y="108401"/>
                  <a:pt x="179838" y="138410"/>
                  <a:pt x="142875" y="138410"/>
                </a:cubicBezTo>
                <a:cubicBezTo>
                  <a:pt x="105912" y="138410"/>
                  <a:pt x="75902" y="108401"/>
                  <a:pt x="75902" y="71438"/>
                </a:cubicBezTo>
                <a:close/>
                <a:moveTo>
                  <a:pt x="26789" y="269174"/>
                </a:moveTo>
                <a:cubicBezTo>
                  <a:pt x="26789" y="214201"/>
                  <a:pt x="71326" y="169664"/>
                  <a:pt x="126299" y="169664"/>
                </a:cubicBezTo>
                <a:lnTo>
                  <a:pt x="159451" y="169664"/>
                </a:lnTo>
                <a:cubicBezTo>
                  <a:pt x="214424" y="169664"/>
                  <a:pt x="258961" y="214201"/>
                  <a:pt x="258961" y="269174"/>
                </a:cubicBezTo>
                <a:cubicBezTo>
                  <a:pt x="258961" y="278327"/>
                  <a:pt x="251538" y="285750"/>
                  <a:pt x="242385" y="285750"/>
                </a:cubicBezTo>
                <a:lnTo>
                  <a:pt x="43365" y="285750"/>
                </a:lnTo>
                <a:cubicBezTo>
                  <a:pt x="34212" y="285750"/>
                  <a:pt x="26789" y="278327"/>
                  <a:pt x="26789" y="269174"/>
                </a:cubicBezTo>
                <a:close/>
                <a:moveTo>
                  <a:pt x="303609" y="53578"/>
                </a:moveTo>
                <a:cubicBezTo>
                  <a:pt x="311032" y="53578"/>
                  <a:pt x="317004" y="59550"/>
                  <a:pt x="317004" y="66973"/>
                </a:cubicBezTo>
                <a:lnTo>
                  <a:pt x="317004" y="93762"/>
                </a:lnTo>
                <a:lnTo>
                  <a:pt x="343793" y="93762"/>
                </a:lnTo>
                <a:cubicBezTo>
                  <a:pt x="351216" y="93762"/>
                  <a:pt x="357188" y="99733"/>
                  <a:pt x="357188" y="107156"/>
                </a:cubicBezTo>
                <a:cubicBezTo>
                  <a:pt x="357188" y="114579"/>
                  <a:pt x="351216" y="120551"/>
                  <a:pt x="343793" y="120551"/>
                </a:cubicBezTo>
                <a:lnTo>
                  <a:pt x="317004" y="120551"/>
                </a:lnTo>
                <a:lnTo>
                  <a:pt x="317004" y="147340"/>
                </a:lnTo>
                <a:cubicBezTo>
                  <a:pt x="317004" y="154763"/>
                  <a:pt x="311032" y="160734"/>
                  <a:pt x="303609" y="160734"/>
                </a:cubicBezTo>
                <a:cubicBezTo>
                  <a:pt x="296187" y="160734"/>
                  <a:pt x="290215" y="154763"/>
                  <a:pt x="290215" y="147340"/>
                </a:cubicBezTo>
                <a:lnTo>
                  <a:pt x="290215" y="120551"/>
                </a:lnTo>
                <a:lnTo>
                  <a:pt x="263426" y="120551"/>
                </a:lnTo>
                <a:cubicBezTo>
                  <a:pt x="256003" y="120551"/>
                  <a:pt x="250031" y="114579"/>
                  <a:pt x="250031" y="107156"/>
                </a:cubicBezTo>
                <a:cubicBezTo>
                  <a:pt x="250031" y="99733"/>
                  <a:pt x="256003" y="93762"/>
                  <a:pt x="263426" y="93762"/>
                </a:cubicBezTo>
                <a:lnTo>
                  <a:pt x="290215" y="93762"/>
                </a:lnTo>
                <a:lnTo>
                  <a:pt x="290215" y="66973"/>
                </a:lnTo>
                <a:cubicBezTo>
                  <a:pt x="290215" y="59550"/>
                  <a:pt x="296187" y="53578"/>
                  <a:pt x="303609" y="53578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1701701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Registration &amp; Login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" y="2082701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user authentication and account management for members and librarians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295400"/>
            <a:ext cx="5581650" cy="1647825"/>
          </a:xfrm>
          <a:custGeom>
            <a:avLst/>
            <a:gdLst/>
            <a:ahLst/>
            <a:cxnLst/>
            <a:rect l="l" t="t" r="r" b="b"/>
            <a:pathLst>
              <a:path w="5581650" h="1647825">
                <a:moveTo>
                  <a:pt x="38100" y="0"/>
                </a:moveTo>
                <a:lnTo>
                  <a:pt x="5467357" y="0"/>
                </a:lnTo>
                <a:cubicBezTo>
                  <a:pt x="5530437" y="0"/>
                  <a:pt x="5581650" y="51213"/>
                  <a:pt x="5581650" y="114293"/>
                </a:cubicBezTo>
                <a:lnTo>
                  <a:pt x="5581650" y="1533532"/>
                </a:lnTo>
                <a:cubicBezTo>
                  <a:pt x="5581650" y="1596612"/>
                  <a:pt x="5530437" y="1647825"/>
                  <a:pt x="5467357" y="1647825"/>
                </a:cubicBez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29350" y="1295400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3810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18160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41306" y="197792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32172" y="116086"/>
                </a:moveTo>
                <a:cubicBezTo>
                  <a:pt x="232172" y="141703"/>
                  <a:pt x="223856" y="165367"/>
                  <a:pt x="209848" y="184565"/>
                </a:cubicBezTo>
                <a:lnTo>
                  <a:pt x="280504" y="255277"/>
                </a:lnTo>
                <a:cubicBezTo>
                  <a:pt x="287480" y="262254"/>
                  <a:pt x="287480" y="273583"/>
                  <a:pt x="280504" y="280560"/>
                </a:cubicBezTo>
                <a:cubicBezTo>
                  <a:pt x="273527" y="287536"/>
                  <a:pt x="262198" y="287536"/>
                  <a:pt x="255222" y="280560"/>
                </a:cubicBezTo>
                <a:lnTo>
                  <a:pt x="184565" y="209848"/>
                </a:lnTo>
                <a:cubicBezTo>
                  <a:pt x="165367" y="223856"/>
                  <a:pt x="141703" y="232172"/>
                  <a:pt x="116086" y="232172"/>
                </a:cubicBezTo>
                <a:cubicBezTo>
                  <a:pt x="51960" y="232172"/>
                  <a:pt x="0" y="180212"/>
                  <a:pt x="0" y="116086"/>
                </a:cubicBezTo>
                <a:cubicBezTo>
                  <a:pt x="0" y="51960"/>
                  <a:pt x="51960" y="0"/>
                  <a:pt x="116086" y="0"/>
                </a:cubicBezTo>
                <a:cubicBezTo>
                  <a:pt x="180212" y="0"/>
                  <a:pt x="232172" y="51960"/>
                  <a:pt x="232172" y="116086"/>
                </a:cubicBezTo>
                <a:close/>
                <a:moveTo>
                  <a:pt x="116086" y="196453"/>
                </a:moveTo>
                <a:cubicBezTo>
                  <a:pt x="160442" y="196453"/>
                  <a:pt x="196453" y="160442"/>
                  <a:pt x="196453" y="116086"/>
                </a:cubicBezTo>
                <a:cubicBezTo>
                  <a:pt x="196453" y="71730"/>
                  <a:pt x="160442" y="35719"/>
                  <a:pt x="116086" y="35719"/>
                </a:cubicBezTo>
                <a:cubicBezTo>
                  <a:pt x="71730" y="35719"/>
                  <a:pt x="35719" y="71730"/>
                  <a:pt x="35719" y="116086"/>
                </a:cubicBezTo>
                <a:cubicBezTo>
                  <a:pt x="35719" y="160442"/>
                  <a:pt x="71730" y="196453"/>
                  <a:pt x="116086" y="196453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5" name="Text 13"/>
          <p:cNvSpPr/>
          <p:nvPr/>
        </p:nvSpPr>
        <p:spPr>
          <a:xfrm>
            <a:off x="7277100" y="1701701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 Search &amp; Reservation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77100" y="2082701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catalog search with filtering and reservation capabilities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174950"/>
            <a:ext cx="5581650" cy="1647825"/>
          </a:xfrm>
          <a:custGeom>
            <a:avLst/>
            <a:gdLst/>
            <a:ahLst/>
            <a:cxnLst/>
            <a:rect l="l" t="t" r="r" b="b"/>
            <a:pathLst>
              <a:path w="5581650" h="1647825">
                <a:moveTo>
                  <a:pt x="38100" y="0"/>
                </a:moveTo>
                <a:lnTo>
                  <a:pt x="5467357" y="0"/>
                </a:lnTo>
                <a:cubicBezTo>
                  <a:pt x="5530437" y="0"/>
                  <a:pt x="5581650" y="51213"/>
                  <a:pt x="5581650" y="114293"/>
                </a:cubicBezTo>
                <a:lnTo>
                  <a:pt x="5581650" y="1533532"/>
                </a:lnTo>
                <a:cubicBezTo>
                  <a:pt x="5581650" y="1596612"/>
                  <a:pt x="5530437" y="1647825"/>
                  <a:pt x="5467357" y="1647825"/>
                </a:cubicBez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174950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3810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69555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12006" y="385747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84051"/>
                </a:moveTo>
                <a:lnTo>
                  <a:pt x="226926" y="137629"/>
                </a:lnTo>
                <a:cubicBezTo>
                  <a:pt x="221791" y="142763"/>
                  <a:pt x="214145" y="144270"/>
                  <a:pt x="207448" y="141480"/>
                </a:cubicBezTo>
                <a:cubicBezTo>
                  <a:pt x="200751" y="138689"/>
                  <a:pt x="196453" y="132215"/>
                  <a:pt x="196453" y="125016"/>
                </a:cubicBezTo>
                <a:lnTo>
                  <a:pt x="196453" y="89297"/>
                </a:ln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196453" y="53578"/>
                </a:lnTo>
                <a:lnTo>
                  <a:pt x="196453" y="17859"/>
                </a:lnTo>
                <a:cubicBezTo>
                  <a:pt x="196453" y="10660"/>
                  <a:pt x="200806" y="4130"/>
                  <a:pt x="207504" y="1339"/>
                </a:cubicBezTo>
                <a:cubicBezTo>
                  <a:pt x="214201" y="-1451"/>
                  <a:pt x="221847" y="112"/>
                  <a:pt x="226981" y="5190"/>
                </a:cubicBezTo>
                <a:lnTo>
                  <a:pt x="280560" y="58769"/>
                </a:lnTo>
                <a:cubicBezTo>
                  <a:pt x="287536" y="65745"/>
                  <a:pt x="287536" y="77074"/>
                  <a:pt x="280560" y="84051"/>
                </a:cubicBezTo>
                <a:close/>
                <a:moveTo>
                  <a:pt x="58769" y="280504"/>
                </a:moveTo>
                <a:lnTo>
                  <a:pt x="5190" y="226926"/>
                </a:lnTo>
                <a:cubicBezTo>
                  <a:pt x="-1786" y="219949"/>
                  <a:pt x="-1786" y="208620"/>
                  <a:pt x="5190" y="201644"/>
                </a:cubicBezTo>
                <a:lnTo>
                  <a:pt x="58769" y="148065"/>
                </a:lnTo>
                <a:cubicBezTo>
                  <a:pt x="63903" y="142931"/>
                  <a:pt x="71549" y="141424"/>
                  <a:pt x="78246" y="144214"/>
                </a:cubicBezTo>
                <a:cubicBezTo>
                  <a:pt x="84944" y="147005"/>
                  <a:pt x="89297" y="153535"/>
                  <a:pt x="89297" y="160734"/>
                </a:cubicBezTo>
                <a:lnTo>
                  <a:pt x="89297" y="196453"/>
                </a:lnTo>
                <a:lnTo>
                  <a:pt x="267891" y="196453"/>
                </a:lnTo>
                <a:cubicBezTo>
                  <a:pt x="277769" y="196453"/>
                  <a:pt x="285750" y="204434"/>
                  <a:pt x="285750" y="214313"/>
                </a:cubicBezTo>
                <a:cubicBezTo>
                  <a:pt x="285750" y="224191"/>
                  <a:pt x="277769" y="232172"/>
                  <a:pt x="267891" y="232172"/>
                </a:cubicBezTo>
                <a:lnTo>
                  <a:pt x="89297" y="232172"/>
                </a:lnTo>
                <a:lnTo>
                  <a:pt x="89297" y="267891"/>
                </a:lnTo>
                <a:cubicBezTo>
                  <a:pt x="89297" y="275090"/>
                  <a:pt x="84944" y="281620"/>
                  <a:pt x="78246" y="284411"/>
                </a:cubicBezTo>
                <a:cubicBezTo>
                  <a:pt x="71549" y="287201"/>
                  <a:pt x="63903" y="285638"/>
                  <a:pt x="58769" y="28056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21" name="Text 19"/>
          <p:cNvSpPr/>
          <p:nvPr/>
        </p:nvSpPr>
        <p:spPr>
          <a:xfrm>
            <a:off x="1447800" y="3581251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Issue &amp; Return Books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47800" y="3962251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Streamlined borrowing process with automated tracking and status updates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174950"/>
            <a:ext cx="5581650" cy="1647825"/>
          </a:xfrm>
          <a:custGeom>
            <a:avLst/>
            <a:gdLst/>
            <a:ahLst/>
            <a:cxnLst/>
            <a:rect l="l" t="t" r="r" b="b"/>
            <a:pathLst>
              <a:path w="5581650" h="1647825">
                <a:moveTo>
                  <a:pt x="38100" y="0"/>
                </a:moveTo>
                <a:lnTo>
                  <a:pt x="5467357" y="0"/>
                </a:lnTo>
                <a:cubicBezTo>
                  <a:pt x="5530437" y="0"/>
                  <a:pt x="5581650" y="51213"/>
                  <a:pt x="5581650" y="114293"/>
                </a:cubicBezTo>
                <a:lnTo>
                  <a:pt x="5581650" y="1533532"/>
                </a:lnTo>
                <a:cubicBezTo>
                  <a:pt x="5581650" y="1596612"/>
                  <a:pt x="5530437" y="1647825"/>
                  <a:pt x="5467357" y="1647825"/>
                </a:cubicBez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29350" y="3174950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3810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69555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41306" y="385747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324" y="26789"/>
                </a:moveTo>
                <a:cubicBezTo>
                  <a:pt x="14901" y="26789"/>
                  <a:pt x="8930" y="32761"/>
                  <a:pt x="8930" y="40184"/>
                </a:cubicBezTo>
                <a:lnTo>
                  <a:pt x="8930" y="66973"/>
                </a:lnTo>
                <a:cubicBezTo>
                  <a:pt x="8930" y="74395"/>
                  <a:pt x="14901" y="80367"/>
                  <a:pt x="22324" y="80367"/>
                </a:cubicBezTo>
                <a:lnTo>
                  <a:pt x="49113" y="80367"/>
                </a:lnTo>
                <a:cubicBezTo>
                  <a:pt x="56536" y="80367"/>
                  <a:pt x="62508" y="74395"/>
                  <a:pt x="62508" y="66973"/>
                </a:cubicBezTo>
                <a:lnTo>
                  <a:pt x="62508" y="40184"/>
                </a:lnTo>
                <a:cubicBezTo>
                  <a:pt x="62508" y="32761"/>
                  <a:pt x="56536" y="26789"/>
                  <a:pt x="49113" y="26789"/>
                </a:cubicBezTo>
                <a:lnTo>
                  <a:pt x="22324" y="26789"/>
                </a:lnTo>
                <a:close/>
                <a:moveTo>
                  <a:pt x="107156" y="35719"/>
                </a:moveTo>
                <a:cubicBezTo>
                  <a:pt x="97278" y="35719"/>
                  <a:pt x="89297" y="43700"/>
                  <a:pt x="89297" y="53578"/>
                </a:cubicBezTo>
                <a:cubicBezTo>
                  <a:pt x="89297" y="63457"/>
                  <a:pt x="97278" y="71438"/>
                  <a:pt x="107156" y="71438"/>
                </a:cubicBezTo>
                <a:lnTo>
                  <a:pt x="267891" y="71438"/>
                </a:lnTo>
                <a:cubicBezTo>
                  <a:pt x="277769" y="71438"/>
                  <a:pt x="285750" y="63457"/>
                  <a:pt x="285750" y="53578"/>
                </a:cubicBezTo>
                <a:cubicBezTo>
                  <a:pt x="285750" y="43700"/>
                  <a:pt x="277769" y="35719"/>
                  <a:pt x="267891" y="35719"/>
                </a:cubicBezTo>
                <a:lnTo>
                  <a:pt x="107156" y="35719"/>
                </a:lnTo>
                <a:close/>
                <a:moveTo>
                  <a:pt x="107156" y="125016"/>
                </a:moveTo>
                <a:cubicBezTo>
                  <a:pt x="97278" y="125016"/>
                  <a:pt x="89297" y="132997"/>
                  <a:pt x="89297" y="142875"/>
                </a:cubicBezTo>
                <a:cubicBezTo>
                  <a:pt x="89297" y="152753"/>
                  <a:pt x="97278" y="160734"/>
                  <a:pt x="107156" y="160734"/>
                </a:cubicBezTo>
                <a:lnTo>
                  <a:pt x="267891" y="160734"/>
                </a:lnTo>
                <a:cubicBezTo>
                  <a:pt x="277769" y="160734"/>
                  <a:pt x="285750" y="152753"/>
                  <a:pt x="285750" y="142875"/>
                </a:cubicBezTo>
                <a:cubicBezTo>
                  <a:pt x="285750" y="132997"/>
                  <a:pt x="277769" y="125016"/>
                  <a:pt x="267891" y="125016"/>
                </a:cubicBezTo>
                <a:lnTo>
                  <a:pt x="107156" y="125016"/>
                </a:lnTo>
                <a:close/>
                <a:moveTo>
                  <a:pt x="107156" y="214313"/>
                </a:moveTo>
                <a:cubicBezTo>
                  <a:pt x="97278" y="214313"/>
                  <a:pt x="89297" y="222293"/>
                  <a:pt x="89297" y="232172"/>
                </a:cubicBezTo>
                <a:cubicBezTo>
                  <a:pt x="89297" y="242050"/>
                  <a:pt x="97278" y="250031"/>
                  <a:pt x="107156" y="250031"/>
                </a:cubicBezTo>
                <a:lnTo>
                  <a:pt x="267891" y="250031"/>
                </a:lnTo>
                <a:cubicBezTo>
                  <a:pt x="277769" y="250031"/>
                  <a:pt x="285750" y="242050"/>
                  <a:pt x="285750" y="232172"/>
                </a:cubicBezTo>
                <a:cubicBezTo>
                  <a:pt x="285750" y="222293"/>
                  <a:pt x="277769" y="214313"/>
                  <a:pt x="267891" y="214313"/>
                </a:cubicBezTo>
                <a:lnTo>
                  <a:pt x="107156" y="214313"/>
                </a:lnTo>
                <a:close/>
                <a:moveTo>
                  <a:pt x="8930" y="129480"/>
                </a:moveTo>
                <a:lnTo>
                  <a:pt x="8930" y="156270"/>
                </a:lnTo>
                <a:cubicBezTo>
                  <a:pt x="8930" y="163692"/>
                  <a:pt x="14901" y="169664"/>
                  <a:pt x="22324" y="169664"/>
                </a:cubicBezTo>
                <a:lnTo>
                  <a:pt x="49113" y="169664"/>
                </a:lnTo>
                <a:cubicBezTo>
                  <a:pt x="56536" y="169664"/>
                  <a:pt x="62508" y="163692"/>
                  <a:pt x="62508" y="156270"/>
                </a:cubicBezTo>
                <a:lnTo>
                  <a:pt x="62508" y="129480"/>
                </a:lnTo>
                <a:cubicBezTo>
                  <a:pt x="62508" y="122058"/>
                  <a:pt x="56536" y="116086"/>
                  <a:pt x="49113" y="116086"/>
                </a:cubicBezTo>
                <a:lnTo>
                  <a:pt x="22324" y="116086"/>
                </a:lnTo>
                <a:cubicBezTo>
                  <a:pt x="14901" y="116086"/>
                  <a:pt x="8930" y="122058"/>
                  <a:pt x="8930" y="129480"/>
                </a:cubicBezTo>
                <a:close/>
                <a:moveTo>
                  <a:pt x="22324" y="205383"/>
                </a:moveTo>
                <a:cubicBezTo>
                  <a:pt x="14901" y="205383"/>
                  <a:pt x="8930" y="211355"/>
                  <a:pt x="8930" y="218777"/>
                </a:cubicBezTo>
                <a:lnTo>
                  <a:pt x="8930" y="245566"/>
                </a:lnTo>
                <a:cubicBezTo>
                  <a:pt x="8930" y="252989"/>
                  <a:pt x="14901" y="258961"/>
                  <a:pt x="22324" y="258961"/>
                </a:cubicBezTo>
                <a:lnTo>
                  <a:pt x="49113" y="258961"/>
                </a:lnTo>
                <a:cubicBezTo>
                  <a:pt x="56536" y="258961"/>
                  <a:pt x="62508" y="252989"/>
                  <a:pt x="62508" y="245566"/>
                </a:cubicBezTo>
                <a:lnTo>
                  <a:pt x="62508" y="218777"/>
                </a:lnTo>
                <a:cubicBezTo>
                  <a:pt x="62508" y="211355"/>
                  <a:pt x="56536" y="205383"/>
                  <a:pt x="49113" y="205383"/>
                </a:cubicBezTo>
                <a:lnTo>
                  <a:pt x="22324" y="205383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7" name="Text 25"/>
          <p:cNvSpPr/>
          <p:nvPr/>
        </p:nvSpPr>
        <p:spPr>
          <a:xfrm>
            <a:off x="7277100" y="3581251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Catalog Management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77100" y="3962251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book database management with add, update, and remove functions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054501"/>
            <a:ext cx="11410950" cy="1419225"/>
          </a:xfrm>
          <a:custGeom>
            <a:avLst/>
            <a:gdLst/>
            <a:ahLst/>
            <a:cxnLst/>
            <a:rect l="l" t="t" r="r" b="b"/>
            <a:pathLst>
              <a:path w="11410950" h="1419225">
                <a:moveTo>
                  <a:pt x="38100" y="0"/>
                </a:moveTo>
                <a:lnTo>
                  <a:pt x="11296646" y="0"/>
                </a:lnTo>
                <a:cubicBezTo>
                  <a:pt x="11359774" y="0"/>
                  <a:pt x="11410950" y="51176"/>
                  <a:pt x="11410950" y="114304"/>
                </a:cubicBezTo>
                <a:lnTo>
                  <a:pt x="11410950" y="1304921"/>
                </a:lnTo>
                <a:cubicBezTo>
                  <a:pt x="11410950" y="1368049"/>
                  <a:pt x="11359774" y="1419225"/>
                  <a:pt x="11296646" y="1419225"/>
                </a:cubicBezTo>
                <a:lnTo>
                  <a:pt x="38100" y="1419225"/>
                </a:lnTo>
                <a:cubicBezTo>
                  <a:pt x="17072" y="1419225"/>
                  <a:pt x="0" y="1402153"/>
                  <a:pt x="0" y="1381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0050" y="5054501"/>
            <a:ext cx="38100" cy="1419225"/>
          </a:xfrm>
          <a:custGeom>
            <a:avLst/>
            <a:gdLst/>
            <a:ahLst/>
            <a:cxnLst/>
            <a:rect l="l" t="t" r="r" b="b"/>
            <a:pathLst>
              <a:path w="38100" h="1419225">
                <a:moveTo>
                  <a:pt x="38100" y="0"/>
                </a:moveTo>
                <a:lnTo>
                  <a:pt x="38100" y="0"/>
                </a:lnTo>
                <a:lnTo>
                  <a:pt x="38100" y="1419225"/>
                </a:lnTo>
                <a:lnTo>
                  <a:pt x="38100" y="1419225"/>
                </a:lnTo>
                <a:cubicBezTo>
                  <a:pt x="17072" y="1419225"/>
                  <a:pt x="0" y="1402153"/>
                  <a:pt x="0" y="1381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" y="5460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4A3B8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65584" y="5622875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75902" y="13395"/>
                </a:moveTo>
                <a:cubicBezTo>
                  <a:pt x="75902" y="5972"/>
                  <a:pt x="81874" y="0"/>
                  <a:pt x="89297" y="0"/>
                </a:cubicBezTo>
                <a:cubicBezTo>
                  <a:pt x="96720" y="0"/>
                  <a:pt x="102691" y="5972"/>
                  <a:pt x="102691" y="13395"/>
                </a:cubicBezTo>
                <a:lnTo>
                  <a:pt x="102691" y="35719"/>
                </a:lnTo>
                <a:lnTo>
                  <a:pt x="133945" y="35719"/>
                </a:lnTo>
                <a:cubicBezTo>
                  <a:pt x="143824" y="35719"/>
                  <a:pt x="151805" y="43700"/>
                  <a:pt x="151805" y="53578"/>
                </a:cubicBezTo>
                <a:cubicBezTo>
                  <a:pt x="151805" y="63457"/>
                  <a:pt x="143824" y="71438"/>
                  <a:pt x="133945" y="71438"/>
                </a:cubicBezTo>
                <a:lnTo>
                  <a:pt x="69819" y="71438"/>
                </a:lnTo>
                <a:cubicBezTo>
                  <a:pt x="55922" y="71438"/>
                  <a:pt x="44648" y="82711"/>
                  <a:pt x="44648" y="96608"/>
                </a:cubicBezTo>
                <a:cubicBezTo>
                  <a:pt x="44648" y="109165"/>
                  <a:pt x="53857" y="119769"/>
                  <a:pt x="66247" y="121555"/>
                </a:cubicBezTo>
                <a:lnTo>
                  <a:pt x="117370" y="128867"/>
                </a:lnTo>
                <a:cubicBezTo>
                  <a:pt x="147396" y="133164"/>
                  <a:pt x="169664" y="158837"/>
                  <a:pt x="169664" y="189142"/>
                </a:cubicBezTo>
                <a:cubicBezTo>
                  <a:pt x="169664" y="222796"/>
                  <a:pt x="142373" y="250031"/>
                  <a:pt x="108775" y="250031"/>
                </a:cubicBezTo>
                <a:lnTo>
                  <a:pt x="102691" y="250031"/>
                </a:lnTo>
                <a:lnTo>
                  <a:pt x="102691" y="272355"/>
                </a:lnTo>
                <a:cubicBezTo>
                  <a:pt x="102691" y="279778"/>
                  <a:pt x="96720" y="285750"/>
                  <a:pt x="89297" y="285750"/>
                </a:cubicBezTo>
                <a:cubicBezTo>
                  <a:pt x="81874" y="285750"/>
                  <a:pt x="75902" y="279778"/>
                  <a:pt x="75902" y="272355"/>
                </a:cubicBezTo>
                <a:lnTo>
                  <a:pt x="75902" y="250031"/>
                </a:lnTo>
                <a:lnTo>
                  <a:pt x="35719" y="250031"/>
                </a:lnTo>
                <a:cubicBezTo>
                  <a:pt x="25840" y="250031"/>
                  <a:pt x="17859" y="242050"/>
                  <a:pt x="17859" y="232172"/>
                </a:cubicBezTo>
                <a:cubicBezTo>
                  <a:pt x="17859" y="222293"/>
                  <a:pt x="25840" y="214313"/>
                  <a:pt x="35719" y="214313"/>
                </a:cubicBezTo>
                <a:lnTo>
                  <a:pt x="108775" y="214313"/>
                </a:lnTo>
                <a:cubicBezTo>
                  <a:pt x="122672" y="214313"/>
                  <a:pt x="133945" y="203039"/>
                  <a:pt x="133945" y="189142"/>
                </a:cubicBezTo>
                <a:cubicBezTo>
                  <a:pt x="133945" y="176585"/>
                  <a:pt x="124737" y="165981"/>
                  <a:pt x="112347" y="164195"/>
                </a:cubicBezTo>
                <a:lnTo>
                  <a:pt x="61224" y="156883"/>
                </a:lnTo>
                <a:cubicBezTo>
                  <a:pt x="31198" y="152642"/>
                  <a:pt x="8930" y="126913"/>
                  <a:pt x="8930" y="96608"/>
                </a:cubicBezTo>
                <a:cubicBezTo>
                  <a:pt x="8930" y="63010"/>
                  <a:pt x="36221" y="35719"/>
                  <a:pt x="69819" y="35719"/>
                </a:cubicBezTo>
                <a:lnTo>
                  <a:pt x="75902" y="35719"/>
                </a:lnTo>
                <a:lnTo>
                  <a:pt x="75902" y="13395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1447800" y="5460950"/>
            <a:ext cx="6534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 Handling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47800" y="5841950"/>
            <a:ext cx="649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overdue detection, fine calculation, and payment processing with notification 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UML Diagrams Used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16856"/>
            <a:ext cx="11410950" cy="1381125"/>
          </a:xfrm>
          <a:custGeom>
            <a:avLst/>
            <a:gdLst/>
            <a:ahLst/>
            <a:cxnLst/>
            <a:rect l="l" t="t" r="r" b="b"/>
            <a:pathLst>
              <a:path w="11410950" h="1381125">
                <a:moveTo>
                  <a:pt x="38100" y="0"/>
                </a:moveTo>
                <a:lnTo>
                  <a:pt x="11296648" y="0"/>
                </a:lnTo>
                <a:cubicBezTo>
                  <a:pt x="11359775" y="0"/>
                  <a:pt x="11410950" y="51175"/>
                  <a:pt x="11410950" y="114302"/>
                </a:cubicBezTo>
                <a:lnTo>
                  <a:pt x="11410950" y="1266823"/>
                </a:lnTo>
                <a:cubicBezTo>
                  <a:pt x="11410950" y="1329950"/>
                  <a:pt x="11359775" y="1381125"/>
                  <a:pt x="11296648" y="1381125"/>
                </a:cubicBezTo>
                <a:lnTo>
                  <a:pt x="38100" y="1381125"/>
                </a:lnTo>
                <a:cubicBezTo>
                  <a:pt x="17072" y="1381125"/>
                  <a:pt x="0" y="1364053"/>
                  <a:pt x="0" y="1343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516856"/>
            <a:ext cx="38100" cy="1381125"/>
          </a:xfrm>
          <a:custGeom>
            <a:avLst/>
            <a:gdLst/>
            <a:ahLst/>
            <a:cxnLst/>
            <a:rect l="l" t="t" r="r" b="b"/>
            <a:pathLst>
              <a:path w="38100" h="1381125">
                <a:moveTo>
                  <a:pt x="38100" y="0"/>
                </a:moveTo>
                <a:lnTo>
                  <a:pt x="38100" y="0"/>
                </a:lnTo>
                <a:lnTo>
                  <a:pt x="38100" y="1381125"/>
                </a:lnTo>
                <a:lnTo>
                  <a:pt x="38100" y="1381125"/>
                </a:lnTo>
                <a:cubicBezTo>
                  <a:pt x="17072" y="1381125"/>
                  <a:pt x="0" y="1364053"/>
                  <a:pt x="0" y="1343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7" name="Shape 5"/>
          <p:cNvSpPr/>
          <p:nvPr/>
        </p:nvSpPr>
        <p:spPr>
          <a:xfrm>
            <a:off x="723900" y="182165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8" name="Shape 6"/>
          <p:cNvSpPr/>
          <p:nvPr/>
        </p:nvSpPr>
        <p:spPr>
          <a:xfrm>
            <a:off x="890588" y="2031206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14313" y="10716"/>
                </a:moveTo>
                <a:cubicBezTo>
                  <a:pt x="252754" y="10716"/>
                  <a:pt x="283964" y="41925"/>
                  <a:pt x="283964" y="80367"/>
                </a:cubicBezTo>
                <a:cubicBezTo>
                  <a:pt x="283964" y="118809"/>
                  <a:pt x="252754" y="150019"/>
                  <a:pt x="214313" y="150019"/>
                </a:cubicBezTo>
                <a:cubicBezTo>
                  <a:pt x="175871" y="150019"/>
                  <a:pt x="144661" y="118809"/>
                  <a:pt x="144661" y="80367"/>
                </a:cubicBezTo>
                <a:cubicBezTo>
                  <a:pt x="144661" y="41925"/>
                  <a:pt x="175871" y="10716"/>
                  <a:pt x="214313" y="10716"/>
                </a:cubicBezTo>
                <a:close/>
                <a:moveTo>
                  <a:pt x="64294" y="58936"/>
                </a:moveTo>
                <a:cubicBezTo>
                  <a:pt x="90907" y="58936"/>
                  <a:pt x="112514" y="80543"/>
                  <a:pt x="112514" y="107156"/>
                </a:cubicBezTo>
                <a:cubicBezTo>
                  <a:pt x="112514" y="133770"/>
                  <a:pt x="90907" y="155377"/>
                  <a:pt x="64294" y="155377"/>
                </a:cubicBezTo>
                <a:cubicBezTo>
                  <a:pt x="37680" y="155377"/>
                  <a:pt x="16073" y="133770"/>
                  <a:pt x="16073" y="107156"/>
                </a:cubicBezTo>
                <a:cubicBezTo>
                  <a:pt x="16073" y="80543"/>
                  <a:pt x="37680" y="58936"/>
                  <a:pt x="64294" y="58936"/>
                </a:cubicBezTo>
                <a:close/>
                <a:moveTo>
                  <a:pt x="0" y="278606"/>
                </a:moveTo>
                <a:cubicBezTo>
                  <a:pt x="0" y="231257"/>
                  <a:pt x="38375" y="192881"/>
                  <a:pt x="85725" y="192881"/>
                </a:cubicBezTo>
                <a:cubicBezTo>
                  <a:pt x="94298" y="192881"/>
                  <a:pt x="102602" y="194154"/>
                  <a:pt x="110438" y="196498"/>
                </a:cubicBezTo>
                <a:cubicBezTo>
                  <a:pt x="88404" y="221144"/>
                  <a:pt x="75009" y="253692"/>
                  <a:pt x="75009" y="289322"/>
                </a:cubicBezTo>
                <a:lnTo>
                  <a:pt x="75009" y="300038"/>
                </a:lnTo>
                <a:cubicBezTo>
                  <a:pt x="75009" y="307672"/>
                  <a:pt x="76617" y="314905"/>
                  <a:pt x="79497" y="321469"/>
                </a:cubicBezTo>
                <a:lnTo>
                  <a:pt x="21431" y="321469"/>
                </a:lnTo>
                <a:cubicBezTo>
                  <a:pt x="9577" y="321469"/>
                  <a:pt x="0" y="311892"/>
                  <a:pt x="0" y="300038"/>
                </a:cubicBezTo>
                <a:lnTo>
                  <a:pt x="0" y="278606"/>
                </a:lnTo>
                <a:close/>
                <a:moveTo>
                  <a:pt x="349128" y="321469"/>
                </a:moveTo>
                <a:cubicBezTo>
                  <a:pt x="352008" y="314905"/>
                  <a:pt x="353616" y="307672"/>
                  <a:pt x="353616" y="300038"/>
                </a:cubicBezTo>
                <a:lnTo>
                  <a:pt x="353616" y="289322"/>
                </a:lnTo>
                <a:cubicBezTo>
                  <a:pt x="353616" y="253692"/>
                  <a:pt x="340221" y="221144"/>
                  <a:pt x="318187" y="196498"/>
                </a:cubicBezTo>
                <a:cubicBezTo>
                  <a:pt x="326023" y="194154"/>
                  <a:pt x="334328" y="192881"/>
                  <a:pt x="342900" y="192881"/>
                </a:cubicBezTo>
                <a:cubicBezTo>
                  <a:pt x="390250" y="192881"/>
                  <a:pt x="428625" y="231257"/>
                  <a:pt x="428625" y="278606"/>
                </a:cubicBezTo>
                <a:lnTo>
                  <a:pt x="428625" y="300038"/>
                </a:lnTo>
                <a:cubicBezTo>
                  <a:pt x="428625" y="311892"/>
                  <a:pt x="419048" y="321469"/>
                  <a:pt x="407194" y="321469"/>
                </a:cubicBezTo>
                <a:lnTo>
                  <a:pt x="349128" y="321469"/>
                </a:lnTo>
                <a:close/>
                <a:moveTo>
                  <a:pt x="316111" y="107156"/>
                </a:moveTo>
                <a:cubicBezTo>
                  <a:pt x="316111" y="80543"/>
                  <a:pt x="337718" y="58936"/>
                  <a:pt x="364331" y="58936"/>
                </a:cubicBezTo>
                <a:cubicBezTo>
                  <a:pt x="390945" y="58936"/>
                  <a:pt x="412552" y="80543"/>
                  <a:pt x="412552" y="107156"/>
                </a:cubicBezTo>
                <a:cubicBezTo>
                  <a:pt x="412552" y="133770"/>
                  <a:pt x="390945" y="155377"/>
                  <a:pt x="364331" y="155377"/>
                </a:cubicBezTo>
                <a:cubicBezTo>
                  <a:pt x="337718" y="155377"/>
                  <a:pt x="316111" y="133770"/>
                  <a:pt x="316111" y="107156"/>
                </a:cubicBezTo>
                <a:close/>
                <a:moveTo>
                  <a:pt x="107156" y="289322"/>
                </a:moveTo>
                <a:cubicBezTo>
                  <a:pt x="107156" y="230118"/>
                  <a:pt x="155109" y="182166"/>
                  <a:pt x="214313" y="182166"/>
                </a:cubicBezTo>
                <a:cubicBezTo>
                  <a:pt x="273516" y="182166"/>
                  <a:pt x="321469" y="230118"/>
                  <a:pt x="321469" y="289322"/>
                </a:cubicBezTo>
                <a:lnTo>
                  <a:pt x="321469" y="300038"/>
                </a:lnTo>
                <a:cubicBezTo>
                  <a:pt x="321469" y="311892"/>
                  <a:pt x="311892" y="321469"/>
                  <a:pt x="300038" y="321469"/>
                </a:cubicBezTo>
                <a:lnTo>
                  <a:pt x="128588" y="321469"/>
                </a:lnTo>
                <a:cubicBezTo>
                  <a:pt x="116733" y="321469"/>
                  <a:pt x="107156" y="311892"/>
                  <a:pt x="107156" y="300038"/>
                </a:cubicBezTo>
                <a:lnTo>
                  <a:pt x="107156" y="289322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1821656"/>
            <a:ext cx="9934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 Diagram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14500" y="2278856"/>
            <a:ext cx="98869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r>
              <a:rPr lang="en-US" sz="15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Defines system functionality from user perspective — shows what the system does and who interacts with 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198019"/>
            <a:ext cx="11410950" cy="1381125"/>
          </a:xfrm>
          <a:custGeom>
            <a:avLst/>
            <a:gdLst/>
            <a:ahLst/>
            <a:cxnLst/>
            <a:rect l="l" t="t" r="r" b="b"/>
            <a:pathLst>
              <a:path w="11410950" h="1381125">
                <a:moveTo>
                  <a:pt x="38100" y="0"/>
                </a:moveTo>
                <a:lnTo>
                  <a:pt x="11296648" y="0"/>
                </a:lnTo>
                <a:cubicBezTo>
                  <a:pt x="11359775" y="0"/>
                  <a:pt x="11410950" y="51175"/>
                  <a:pt x="11410950" y="114302"/>
                </a:cubicBezTo>
                <a:lnTo>
                  <a:pt x="11410950" y="1266823"/>
                </a:lnTo>
                <a:cubicBezTo>
                  <a:pt x="11410950" y="1329950"/>
                  <a:pt x="11359775" y="1381125"/>
                  <a:pt x="11296648" y="1381125"/>
                </a:cubicBezTo>
                <a:lnTo>
                  <a:pt x="38100" y="1381125"/>
                </a:lnTo>
                <a:cubicBezTo>
                  <a:pt x="17072" y="1381125"/>
                  <a:pt x="0" y="1364053"/>
                  <a:pt x="0" y="1343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0050" y="3198019"/>
            <a:ext cx="38100" cy="1381125"/>
          </a:xfrm>
          <a:custGeom>
            <a:avLst/>
            <a:gdLst/>
            <a:ahLst/>
            <a:cxnLst/>
            <a:rect l="l" t="t" r="r" b="b"/>
            <a:pathLst>
              <a:path w="38100" h="1381125">
                <a:moveTo>
                  <a:pt x="38100" y="0"/>
                </a:moveTo>
                <a:lnTo>
                  <a:pt x="38100" y="0"/>
                </a:lnTo>
                <a:lnTo>
                  <a:pt x="38100" y="1381125"/>
                </a:lnTo>
                <a:lnTo>
                  <a:pt x="38100" y="1381125"/>
                </a:lnTo>
                <a:cubicBezTo>
                  <a:pt x="17072" y="1381125"/>
                  <a:pt x="0" y="1364053"/>
                  <a:pt x="0" y="1343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3" name="Shape 11"/>
          <p:cNvSpPr/>
          <p:nvPr/>
        </p:nvSpPr>
        <p:spPr>
          <a:xfrm>
            <a:off x="723900" y="3502819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4" name="Shape 12"/>
          <p:cNvSpPr/>
          <p:nvPr/>
        </p:nvSpPr>
        <p:spPr>
          <a:xfrm>
            <a:off x="933450" y="371236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28588" y="42863"/>
                </a:moveTo>
                <a:cubicBezTo>
                  <a:pt x="128588" y="31008"/>
                  <a:pt x="138165" y="21431"/>
                  <a:pt x="150019" y="21431"/>
                </a:cubicBezTo>
                <a:lnTo>
                  <a:pt x="192881" y="21431"/>
                </a:lnTo>
                <a:cubicBezTo>
                  <a:pt x="204735" y="21431"/>
                  <a:pt x="214313" y="31008"/>
                  <a:pt x="214313" y="42863"/>
                </a:cubicBezTo>
                <a:lnTo>
                  <a:pt x="214313" y="85725"/>
                </a:lnTo>
                <a:cubicBezTo>
                  <a:pt x="214313" y="97579"/>
                  <a:pt x="204735" y="107156"/>
                  <a:pt x="192881" y="107156"/>
                </a:cubicBezTo>
                <a:lnTo>
                  <a:pt x="187523" y="107156"/>
                </a:lnTo>
                <a:lnTo>
                  <a:pt x="187523" y="150019"/>
                </a:lnTo>
                <a:lnTo>
                  <a:pt x="267891" y="150019"/>
                </a:lnTo>
                <a:cubicBezTo>
                  <a:pt x="294546" y="150019"/>
                  <a:pt x="316111" y="171584"/>
                  <a:pt x="316111" y="198239"/>
                </a:cubicBezTo>
                <a:lnTo>
                  <a:pt x="316111" y="235744"/>
                </a:lnTo>
                <a:lnTo>
                  <a:pt x="321469" y="235744"/>
                </a:lnTo>
                <a:cubicBezTo>
                  <a:pt x="333323" y="235744"/>
                  <a:pt x="342900" y="245321"/>
                  <a:pt x="342900" y="257175"/>
                </a:cubicBezTo>
                <a:lnTo>
                  <a:pt x="342900" y="300038"/>
                </a:lnTo>
                <a:cubicBezTo>
                  <a:pt x="342900" y="311892"/>
                  <a:pt x="333323" y="321469"/>
                  <a:pt x="321469" y="321469"/>
                </a:cubicBezTo>
                <a:lnTo>
                  <a:pt x="278606" y="321469"/>
                </a:lnTo>
                <a:cubicBezTo>
                  <a:pt x="266752" y="321469"/>
                  <a:pt x="257175" y="311892"/>
                  <a:pt x="257175" y="300038"/>
                </a:cubicBezTo>
                <a:lnTo>
                  <a:pt x="257175" y="257175"/>
                </a:lnTo>
                <a:cubicBezTo>
                  <a:pt x="257175" y="245321"/>
                  <a:pt x="266752" y="235744"/>
                  <a:pt x="278606" y="235744"/>
                </a:cubicBezTo>
                <a:lnTo>
                  <a:pt x="283964" y="235744"/>
                </a:lnTo>
                <a:lnTo>
                  <a:pt x="283964" y="198239"/>
                </a:lnTo>
                <a:cubicBezTo>
                  <a:pt x="283964" y="189332"/>
                  <a:pt x="276798" y="182166"/>
                  <a:pt x="267891" y="182166"/>
                </a:cubicBezTo>
                <a:lnTo>
                  <a:pt x="187523" y="182166"/>
                </a:lnTo>
                <a:lnTo>
                  <a:pt x="187523" y="235744"/>
                </a:lnTo>
                <a:lnTo>
                  <a:pt x="192881" y="235744"/>
                </a:lnTo>
                <a:cubicBezTo>
                  <a:pt x="204735" y="235744"/>
                  <a:pt x="214313" y="245321"/>
                  <a:pt x="214313" y="257175"/>
                </a:cubicBezTo>
                <a:lnTo>
                  <a:pt x="214313" y="300038"/>
                </a:lnTo>
                <a:cubicBezTo>
                  <a:pt x="214313" y="311892"/>
                  <a:pt x="204735" y="321469"/>
                  <a:pt x="192881" y="321469"/>
                </a:cubicBezTo>
                <a:lnTo>
                  <a:pt x="150019" y="321469"/>
                </a:lnTo>
                <a:cubicBezTo>
                  <a:pt x="138165" y="321469"/>
                  <a:pt x="128588" y="311892"/>
                  <a:pt x="128588" y="300038"/>
                </a:cubicBezTo>
                <a:lnTo>
                  <a:pt x="128588" y="257175"/>
                </a:lnTo>
                <a:cubicBezTo>
                  <a:pt x="128588" y="245321"/>
                  <a:pt x="138165" y="235744"/>
                  <a:pt x="150019" y="235744"/>
                </a:cubicBezTo>
                <a:lnTo>
                  <a:pt x="155377" y="235744"/>
                </a:lnTo>
                <a:lnTo>
                  <a:pt x="155377" y="182166"/>
                </a:lnTo>
                <a:lnTo>
                  <a:pt x="75009" y="182166"/>
                </a:lnTo>
                <a:cubicBezTo>
                  <a:pt x="66102" y="182166"/>
                  <a:pt x="58936" y="189332"/>
                  <a:pt x="58936" y="198239"/>
                </a:cubicBezTo>
                <a:lnTo>
                  <a:pt x="58936" y="235744"/>
                </a:lnTo>
                <a:lnTo>
                  <a:pt x="64294" y="235744"/>
                </a:lnTo>
                <a:cubicBezTo>
                  <a:pt x="76148" y="235744"/>
                  <a:pt x="85725" y="245321"/>
                  <a:pt x="85725" y="257175"/>
                </a:cubicBezTo>
                <a:lnTo>
                  <a:pt x="85725" y="300038"/>
                </a:lnTo>
                <a:cubicBezTo>
                  <a:pt x="85725" y="311892"/>
                  <a:pt x="76148" y="321469"/>
                  <a:pt x="64294" y="321469"/>
                </a:cubicBezTo>
                <a:lnTo>
                  <a:pt x="21431" y="321469"/>
                </a:lnTo>
                <a:cubicBezTo>
                  <a:pt x="9577" y="321469"/>
                  <a:pt x="0" y="311892"/>
                  <a:pt x="0" y="300038"/>
                </a:cubicBezTo>
                <a:lnTo>
                  <a:pt x="0" y="257175"/>
                </a:lnTo>
                <a:cubicBezTo>
                  <a:pt x="0" y="245321"/>
                  <a:pt x="9577" y="235744"/>
                  <a:pt x="21431" y="235744"/>
                </a:cubicBezTo>
                <a:lnTo>
                  <a:pt x="26789" y="235744"/>
                </a:lnTo>
                <a:lnTo>
                  <a:pt x="26789" y="198239"/>
                </a:lnTo>
                <a:cubicBezTo>
                  <a:pt x="26789" y="171584"/>
                  <a:pt x="48354" y="150019"/>
                  <a:pt x="75009" y="150019"/>
                </a:cubicBezTo>
                <a:lnTo>
                  <a:pt x="155377" y="150019"/>
                </a:lnTo>
                <a:lnTo>
                  <a:pt x="155377" y="107156"/>
                </a:lnTo>
                <a:lnTo>
                  <a:pt x="150019" y="107156"/>
                </a:lnTo>
                <a:cubicBezTo>
                  <a:pt x="138165" y="107156"/>
                  <a:pt x="128588" y="97579"/>
                  <a:pt x="128588" y="85725"/>
                </a:cubicBezTo>
                <a:lnTo>
                  <a:pt x="128588" y="42863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1714500" y="3502819"/>
            <a:ext cx="9934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Diagram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14500" y="3960019"/>
            <a:ext cx="98869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r>
              <a:rPr lang="en-US" sz="15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Models static system structure — shows classes, attributes, methods, and their relationships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879181"/>
            <a:ext cx="11410950" cy="1381125"/>
          </a:xfrm>
          <a:custGeom>
            <a:avLst/>
            <a:gdLst/>
            <a:ahLst/>
            <a:cxnLst/>
            <a:rect l="l" t="t" r="r" b="b"/>
            <a:pathLst>
              <a:path w="11410950" h="1381125">
                <a:moveTo>
                  <a:pt x="38100" y="0"/>
                </a:moveTo>
                <a:lnTo>
                  <a:pt x="11296648" y="0"/>
                </a:lnTo>
                <a:cubicBezTo>
                  <a:pt x="11359775" y="0"/>
                  <a:pt x="11410950" y="51175"/>
                  <a:pt x="11410950" y="114302"/>
                </a:cubicBezTo>
                <a:lnTo>
                  <a:pt x="11410950" y="1266823"/>
                </a:lnTo>
                <a:cubicBezTo>
                  <a:pt x="11410950" y="1329950"/>
                  <a:pt x="11359775" y="1381125"/>
                  <a:pt x="11296648" y="1381125"/>
                </a:cubicBezTo>
                <a:lnTo>
                  <a:pt x="38100" y="1381125"/>
                </a:lnTo>
                <a:cubicBezTo>
                  <a:pt x="17072" y="1381125"/>
                  <a:pt x="0" y="1364053"/>
                  <a:pt x="0" y="1343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4879181"/>
            <a:ext cx="38100" cy="1381125"/>
          </a:xfrm>
          <a:custGeom>
            <a:avLst/>
            <a:gdLst/>
            <a:ahLst/>
            <a:cxnLst/>
            <a:rect l="l" t="t" r="r" b="b"/>
            <a:pathLst>
              <a:path w="38100" h="1381125">
                <a:moveTo>
                  <a:pt x="38100" y="0"/>
                </a:moveTo>
                <a:lnTo>
                  <a:pt x="38100" y="0"/>
                </a:lnTo>
                <a:lnTo>
                  <a:pt x="38100" y="1381125"/>
                </a:lnTo>
                <a:lnTo>
                  <a:pt x="38100" y="1381125"/>
                </a:lnTo>
                <a:cubicBezTo>
                  <a:pt x="17072" y="1381125"/>
                  <a:pt x="0" y="1364053"/>
                  <a:pt x="0" y="1343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900" y="518398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450" y="539353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64294"/>
                </a:moveTo>
                <a:cubicBezTo>
                  <a:pt x="0" y="52440"/>
                  <a:pt x="9577" y="42863"/>
                  <a:pt x="21431" y="42863"/>
                </a:cubicBezTo>
                <a:lnTo>
                  <a:pt x="278606" y="42863"/>
                </a:lnTo>
                <a:cubicBezTo>
                  <a:pt x="290460" y="42863"/>
                  <a:pt x="300038" y="52440"/>
                  <a:pt x="300038" y="64294"/>
                </a:cubicBezTo>
                <a:cubicBezTo>
                  <a:pt x="300038" y="76148"/>
                  <a:pt x="290460" y="85725"/>
                  <a:pt x="278606" y="85725"/>
                </a:cubicBezTo>
                <a:lnTo>
                  <a:pt x="21431" y="85725"/>
                </a:lnTo>
                <a:cubicBezTo>
                  <a:pt x="9577" y="85725"/>
                  <a:pt x="0" y="76148"/>
                  <a:pt x="0" y="64294"/>
                </a:cubicBezTo>
                <a:close/>
                <a:moveTo>
                  <a:pt x="42863" y="171450"/>
                </a:moveTo>
                <a:cubicBezTo>
                  <a:pt x="42863" y="159596"/>
                  <a:pt x="52440" y="150019"/>
                  <a:pt x="64294" y="150019"/>
                </a:cubicBezTo>
                <a:lnTo>
                  <a:pt x="321469" y="150019"/>
                </a:lnTo>
                <a:cubicBezTo>
                  <a:pt x="333323" y="150019"/>
                  <a:pt x="342900" y="159596"/>
                  <a:pt x="342900" y="171450"/>
                </a:cubicBezTo>
                <a:cubicBezTo>
                  <a:pt x="342900" y="183304"/>
                  <a:pt x="333323" y="192881"/>
                  <a:pt x="321469" y="192881"/>
                </a:cubicBezTo>
                <a:lnTo>
                  <a:pt x="64294" y="192881"/>
                </a:lnTo>
                <a:cubicBezTo>
                  <a:pt x="52440" y="192881"/>
                  <a:pt x="42863" y="183304"/>
                  <a:pt x="42863" y="171450"/>
                </a:cubicBezTo>
                <a:close/>
                <a:moveTo>
                  <a:pt x="300038" y="278606"/>
                </a:moveTo>
                <a:cubicBezTo>
                  <a:pt x="300038" y="290460"/>
                  <a:pt x="290460" y="300038"/>
                  <a:pt x="278606" y="300038"/>
                </a:cubicBezTo>
                <a:lnTo>
                  <a:pt x="21431" y="300038"/>
                </a:lnTo>
                <a:cubicBezTo>
                  <a:pt x="9577" y="300038"/>
                  <a:pt x="0" y="290460"/>
                  <a:pt x="0" y="278606"/>
                </a:cubicBezTo>
                <a:cubicBezTo>
                  <a:pt x="0" y="266752"/>
                  <a:pt x="9577" y="257175"/>
                  <a:pt x="21431" y="257175"/>
                </a:cubicBezTo>
                <a:lnTo>
                  <a:pt x="278606" y="257175"/>
                </a:lnTo>
                <a:cubicBezTo>
                  <a:pt x="290460" y="257175"/>
                  <a:pt x="300038" y="266752"/>
                  <a:pt x="300038" y="278606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1714500" y="5183981"/>
            <a:ext cx="9934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Sequence Diagram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14500" y="5641181"/>
            <a:ext cx="98869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r>
              <a:rPr lang="en-US" sz="15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Shows dynamic interaction flow — illustrates how objects communicate over time to complete operations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 Diagram — Purpose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5124450" cy="952500"/>
          </a:xfrm>
          <a:custGeom>
            <a:avLst/>
            <a:gdLst/>
            <a:ahLst/>
            <a:cxnLst/>
            <a:rect l="l" t="t" r="r" b="b"/>
            <a:pathLst>
              <a:path w="5124450" h="952500">
                <a:moveTo>
                  <a:pt x="38100" y="0"/>
                </a:moveTo>
                <a:lnTo>
                  <a:pt x="5010150" y="0"/>
                </a:lnTo>
                <a:cubicBezTo>
                  <a:pt x="5073234" y="0"/>
                  <a:pt x="5124450" y="51216"/>
                  <a:pt x="5124450" y="114300"/>
                </a:cubicBezTo>
                <a:lnTo>
                  <a:pt x="5124450" y="838200"/>
                </a:lnTo>
                <a:cubicBezTo>
                  <a:pt x="5124450" y="901284"/>
                  <a:pt x="5073234" y="952500"/>
                  <a:pt x="50101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2192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7" name="Shape 5"/>
          <p:cNvSpPr/>
          <p:nvPr/>
        </p:nvSpPr>
        <p:spPr>
          <a:xfrm>
            <a:off x="638175" y="1428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1409700"/>
            <a:ext cx="2466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Shows System Functionality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75260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Visualizes all features and capabilities the system provides to its users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324100"/>
            <a:ext cx="5124450" cy="1181100"/>
          </a:xfrm>
          <a:custGeom>
            <a:avLst/>
            <a:gdLst/>
            <a:ahLst/>
            <a:cxnLst/>
            <a:rect l="l" t="t" r="r" b="b"/>
            <a:pathLst>
              <a:path w="5124450" h="1181100">
                <a:moveTo>
                  <a:pt x="38100" y="0"/>
                </a:moveTo>
                <a:lnTo>
                  <a:pt x="5010155" y="0"/>
                </a:lnTo>
                <a:cubicBezTo>
                  <a:pt x="5073278" y="0"/>
                  <a:pt x="5124450" y="51172"/>
                  <a:pt x="5124450" y="114295"/>
                </a:cubicBezTo>
                <a:lnTo>
                  <a:pt x="5124450" y="1066805"/>
                </a:lnTo>
                <a:cubicBezTo>
                  <a:pt x="5124450" y="1129928"/>
                  <a:pt x="5073278" y="1181100"/>
                  <a:pt x="50101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0050" y="23241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2" name="Shape 10"/>
          <p:cNvSpPr/>
          <p:nvPr/>
        </p:nvSpPr>
        <p:spPr>
          <a:xfrm>
            <a:off x="638175" y="2533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9650" y="25146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Actor Interactions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28575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Maps relationships between users (actors) and system functions they can perform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3657600"/>
            <a:ext cx="5124450" cy="1181100"/>
          </a:xfrm>
          <a:custGeom>
            <a:avLst/>
            <a:gdLst/>
            <a:ahLst/>
            <a:cxnLst/>
            <a:rect l="l" t="t" r="r" b="b"/>
            <a:pathLst>
              <a:path w="5124450" h="1181100">
                <a:moveTo>
                  <a:pt x="38100" y="0"/>
                </a:moveTo>
                <a:lnTo>
                  <a:pt x="5010155" y="0"/>
                </a:lnTo>
                <a:cubicBezTo>
                  <a:pt x="5073278" y="0"/>
                  <a:pt x="5124450" y="51172"/>
                  <a:pt x="5124450" y="114295"/>
                </a:cubicBezTo>
                <a:lnTo>
                  <a:pt x="5124450" y="1066805"/>
                </a:lnTo>
                <a:cubicBezTo>
                  <a:pt x="5124450" y="1129928"/>
                  <a:pt x="5073278" y="1181100"/>
                  <a:pt x="50101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0050" y="36576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175" y="3867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9650" y="38481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Perspective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1910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Presents the system from an external user's viewpoint, not technical implementation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4991100"/>
            <a:ext cx="5124450" cy="1181100"/>
          </a:xfrm>
          <a:custGeom>
            <a:avLst/>
            <a:gdLst/>
            <a:ahLst/>
            <a:cxnLst/>
            <a:rect l="l" t="t" r="r" b="b"/>
            <a:pathLst>
              <a:path w="5124450" h="1181100">
                <a:moveTo>
                  <a:pt x="38100" y="0"/>
                </a:moveTo>
                <a:lnTo>
                  <a:pt x="5010155" y="0"/>
                </a:lnTo>
                <a:cubicBezTo>
                  <a:pt x="5073278" y="0"/>
                  <a:pt x="5124450" y="51172"/>
                  <a:pt x="5124450" y="114295"/>
                </a:cubicBezTo>
                <a:lnTo>
                  <a:pt x="5124450" y="1066805"/>
                </a:lnTo>
                <a:cubicBezTo>
                  <a:pt x="5124450" y="1129928"/>
                  <a:pt x="5073278" y="1181100"/>
                  <a:pt x="50101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0050" y="49911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2" name="Shape 20"/>
          <p:cNvSpPr/>
          <p:nvPr/>
        </p:nvSpPr>
        <p:spPr>
          <a:xfrm>
            <a:off x="638175" y="5200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9650" y="518160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 Modeling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55245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Captures functional requirements in a format understandable by all stakeholders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29300" y="1219200"/>
            <a:ext cx="5972911" cy="5257800"/>
          </a:xfrm>
          <a:custGeom>
            <a:avLst/>
            <a:gdLst/>
            <a:ahLst/>
            <a:cxnLst/>
            <a:rect l="l" t="t" r="r" b="b"/>
            <a:pathLst>
              <a:path w="5972911" h="5257800">
                <a:moveTo>
                  <a:pt x="114137" y="0"/>
                </a:moveTo>
                <a:lnTo>
                  <a:pt x="5858774" y="0"/>
                </a:lnTo>
                <a:cubicBezTo>
                  <a:pt x="5921810" y="0"/>
                  <a:pt x="5972911" y="51176"/>
                  <a:pt x="5972911" y="114305"/>
                </a:cubicBezTo>
                <a:lnTo>
                  <a:pt x="5972911" y="5143495"/>
                </a:lnTo>
                <a:cubicBezTo>
                  <a:pt x="5972911" y="5206624"/>
                  <a:pt x="5921810" y="5257800"/>
                  <a:pt x="5858774" y="5257800"/>
                </a:cubicBezTo>
                <a:lnTo>
                  <a:pt x="114137" y="5257800"/>
                </a:lnTo>
                <a:cubicBezTo>
                  <a:pt x="51101" y="5257800"/>
                  <a:pt x="0" y="5206624"/>
                  <a:pt x="0" y="5143495"/>
                </a:cubicBezTo>
                <a:lnTo>
                  <a:pt x="0" y="114305"/>
                </a:lnTo>
                <a:cubicBezTo>
                  <a:pt x="0" y="51176"/>
                  <a:pt x="51101" y="0"/>
                  <a:pt x="1141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96000" y="952500"/>
            <a:ext cx="563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 Diagram</a:t>
            </a:r>
            <a:endParaRPr lang="en-US" sz="1600" dirty="0"/>
          </a:p>
        </p:txBody>
      </p:sp>
      <p:pic>
        <p:nvPicPr>
          <p:cNvPr id="27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150" y="4076700"/>
            <a:ext cx="914400" cy="914400"/>
          </a:xfrm>
          <a:prstGeom prst="roundRect">
            <a:avLst>
              <a:gd name="adj" fmla="val 0"/>
            </a:avLst>
          </a:prstGeom>
        </p:spPr>
      </p:pic>
      <p:pic>
        <p:nvPicPr>
          <p:cNvPr id="28" name="Image 1" descr="https://kimi-img.moonshot.cn/pub/slides/26-02-16-02:23:42-d690ubngt7e7vkvesmc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246" y="1257300"/>
            <a:ext cx="4670309" cy="5219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4619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Actors and Use Cases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" name="Shape 3"/>
          <p:cNvSpPr/>
          <p:nvPr/>
        </p:nvSpPr>
        <p:spPr>
          <a:xfrm>
            <a:off x="401241" y="12477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5719" y="71438"/>
                </a:moveTo>
                <a:cubicBezTo>
                  <a:pt x="35719" y="36938"/>
                  <a:pt x="63728" y="8930"/>
                  <a:pt x="98227" y="8930"/>
                </a:cubicBezTo>
                <a:cubicBezTo>
                  <a:pt x="132726" y="8930"/>
                  <a:pt x="160734" y="36938"/>
                  <a:pt x="160734" y="71437"/>
                </a:cubicBezTo>
                <a:cubicBezTo>
                  <a:pt x="160734" y="105937"/>
                  <a:pt x="132726" y="133945"/>
                  <a:pt x="98227" y="133945"/>
                </a:cubicBezTo>
                <a:cubicBezTo>
                  <a:pt x="63728" y="133945"/>
                  <a:pt x="35719" y="105937"/>
                  <a:pt x="35719" y="71438"/>
                </a:cubicBezTo>
                <a:close/>
                <a:moveTo>
                  <a:pt x="0" y="258961"/>
                </a:moveTo>
                <a:cubicBezTo>
                  <a:pt x="0" y="204713"/>
                  <a:pt x="43979" y="160734"/>
                  <a:pt x="98227" y="160734"/>
                </a:cubicBezTo>
                <a:cubicBezTo>
                  <a:pt x="152474" y="160734"/>
                  <a:pt x="196453" y="204713"/>
                  <a:pt x="196453" y="258961"/>
                </a:cubicBezTo>
                <a:lnTo>
                  <a:pt x="196453" y="262310"/>
                </a:lnTo>
                <a:cubicBezTo>
                  <a:pt x="196453" y="275258"/>
                  <a:pt x="185961" y="285750"/>
                  <a:pt x="173013" y="285750"/>
                </a:cubicBezTo>
                <a:lnTo>
                  <a:pt x="23440" y="285750"/>
                </a:lnTo>
                <a:cubicBezTo>
                  <a:pt x="10492" y="285750"/>
                  <a:pt x="0" y="275258"/>
                  <a:pt x="0" y="262310"/>
                </a:cubicBezTo>
                <a:lnTo>
                  <a:pt x="0" y="258961"/>
                </a:lnTo>
                <a:close/>
                <a:moveTo>
                  <a:pt x="241102" y="35719"/>
                </a:moveTo>
                <a:cubicBezTo>
                  <a:pt x="270672" y="35719"/>
                  <a:pt x="294680" y="59726"/>
                  <a:pt x="294680" y="89297"/>
                </a:cubicBezTo>
                <a:cubicBezTo>
                  <a:pt x="294680" y="118867"/>
                  <a:pt x="270672" y="142875"/>
                  <a:pt x="241102" y="142875"/>
                </a:cubicBezTo>
                <a:cubicBezTo>
                  <a:pt x="211531" y="142875"/>
                  <a:pt x="187523" y="118867"/>
                  <a:pt x="187523" y="89297"/>
                </a:cubicBezTo>
                <a:cubicBezTo>
                  <a:pt x="187523" y="59726"/>
                  <a:pt x="211531" y="35719"/>
                  <a:pt x="241102" y="35719"/>
                </a:cubicBezTo>
                <a:close/>
                <a:moveTo>
                  <a:pt x="241102" y="169664"/>
                </a:moveTo>
                <a:cubicBezTo>
                  <a:pt x="285471" y="169664"/>
                  <a:pt x="321469" y="205662"/>
                  <a:pt x="321469" y="250031"/>
                </a:cubicBezTo>
                <a:lnTo>
                  <a:pt x="321469" y="262533"/>
                </a:lnTo>
                <a:cubicBezTo>
                  <a:pt x="321469" y="275369"/>
                  <a:pt x="311088" y="285750"/>
                  <a:pt x="298252" y="285750"/>
                </a:cubicBezTo>
                <a:lnTo>
                  <a:pt x="217438" y="285750"/>
                </a:lnTo>
                <a:cubicBezTo>
                  <a:pt x="221121" y="278774"/>
                  <a:pt x="223242" y="270793"/>
                  <a:pt x="223242" y="262310"/>
                </a:cubicBezTo>
                <a:lnTo>
                  <a:pt x="223242" y="258961"/>
                </a:lnTo>
                <a:cubicBezTo>
                  <a:pt x="223242" y="230219"/>
                  <a:pt x="213531" y="203764"/>
                  <a:pt x="197290" y="182668"/>
                </a:cubicBezTo>
                <a:cubicBezTo>
                  <a:pt x="209903" y="174464"/>
                  <a:pt x="224972" y="169664"/>
                  <a:pt x="241102" y="169664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742950" y="1219200"/>
            <a:ext cx="5343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752600"/>
            <a:ext cx="5543550" cy="1066800"/>
          </a:xfrm>
          <a:custGeom>
            <a:avLst/>
            <a:gdLst/>
            <a:ahLst/>
            <a:cxnLst/>
            <a:rect l="l" t="t" r="r" b="b"/>
            <a:pathLst>
              <a:path w="5543550" h="10668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952503"/>
                </a:lnTo>
                <a:cubicBezTo>
                  <a:pt x="5543550" y="1015628"/>
                  <a:pt x="5492378" y="1066800"/>
                  <a:pt x="542925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0050" y="17526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1943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0" name="Shape 8"/>
          <p:cNvSpPr/>
          <p:nvPr/>
        </p:nvSpPr>
        <p:spPr>
          <a:xfrm>
            <a:off x="727472" y="20478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2000250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4003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Library member who searches, borrows, reserves, and returns books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2971800"/>
            <a:ext cx="5543550" cy="1066800"/>
          </a:xfrm>
          <a:custGeom>
            <a:avLst/>
            <a:gdLst/>
            <a:ahLst/>
            <a:cxnLst/>
            <a:rect l="l" t="t" r="r" b="b"/>
            <a:pathLst>
              <a:path w="5543550" h="10668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952503"/>
                </a:lnTo>
                <a:cubicBezTo>
                  <a:pt x="5543550" y="1015628"/>
                  <a:pt x="5492378" y="1066800"/>
                  <a:pt x="542925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0050" y="29718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600" y="3162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6" name="Shape 14"/>
          <p:cNvSpPr/>
          <p:nvPr/>
        </p:nvSpPr>
        <p:spPr>
          <a:xfrm>
            <a:off x="727472" y="32670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52831" y="83046"/>
                  <a:pt x="34826" y="65040"/>
                  <a:pt x="34826" y="42863"/>
                </a:cubicBezTo>
                <a:cubicBezTo>
                  <a:pt x="34826" y="20685"/>
                  <a:pt x="52831" y="2679"/>
                  <a:pt x="75009" y="2679"/>
                </a:cubicBezTo>
                <a:cubicBezTo>
                  <a:pt x="97187" y="2679"/>
                  <a:pt x="115193" y="20685"/>
                  <a:pt x="115193" y="42862"/>
                </a:cubicBezTo>
                <a:cubicBezTo>
                  <a:pt x="115193" y="65040"/>
                  <a:pt x="97187" y="83046"/>
                  <a:pt x="75009" y="83046"/>
                </a:cubicBezTo>
                <a:close/>
                <a:moveTo>
                  <a:pt x="64796" y="101798"/>
                </a:moveTo>
                <a:lnTo>
                  <a:pt x="85223" y="101798"/>
                </a:lnTo>
                <a:cubicBezTo>
                  <a:pt x="88471" y="101798"/>
                  <a:pt x="91083" y="104410"/>
                  <a:pt x="91083" y="107659"/>
                </a:cubicBezTo>
                <a:cubicBezTo>
                  <a:pt x="91083" y="109065"/>
                  <a:pt x="90581" y="110404"/>
                  <a:pt x="89676" y="111476"/>
                </a:cubicBezTo>
                <a:lnTo>
                  <a:pt x="80501" y="122192"/>
                </a:lnTo>
                <a:lnTo>
                  <a:pt x="90882" y="160734"/>
                </a:lnTo>
                <a:lnTo>
                  <a:pt x="91083" y="160734"/>
                </a:lnTo>
                <a:lnTo>
                  <a:pt x="102669" y="114356"/>
                </a:lnTo>
                <a:cubicBezTo>
                  <a:pt x="103406" y="111443"/>
                  <a:pt x="106386" y="109668"/>
                  <a:pt x="109199" y="110739"/>
                </a:cubicBezTo>
                <a:cubicBezTo>
                  <a:pt x="129927" y="118642"/>
                  <a:pt x="144661" y="138734"/>
                  <a:pt x="144661" y="162241"/>
                </a:cubicBezTo>
                <a:cubicBezTo>
                  <a:pt x="144661" y="167298"/>
                  <a:pt x="140542" y="171417"/>
                  <a:pt x="135486" y="171417"/>
                </a:cubicBezTo>
                <a:lnTo>
                  <a:pt x="14533" y="171450"/>
                </a:lnTo>
                <a:cubicBezTo>
                  <a:pt x="9477" y="171450"/>
                  <a:pt x="5358" y="167331"/>
                  <a:pt x="5358" y="162275"/>
                </a:cubicBezTo>
                <a:cubicBezTo>
                  <a:pt x="5358" y="138767"/>
                  <a:pt x="20092" y="118676"/>
                  <a:pt x="40820" y="110773"/>
                </a:cubicBezTo>
                <a:cubicBezTo>
                  <a:pt x="43633" y="109701"/>
                  <a:pt x="46613" y="111476"/>
                  <a:pt x="47350" y="114389"/>
                </a:cubicBezTo>
                <a:lnTo>
                  <a:pt x="58936" y="160768"/>
                </a:lnTo>
                <a:lnTo>
                  <a:pt x="59137" y="160768"/>
                </a:lnTo>
                <a:lnTo>
                  <a:pt x="69518" y="122225"/>
                </a:lnTo>
                <a:lnTo>
                  <a:pt x="60342" y="111509"/>
                </a:lnTo>
                <a:cubicBezTo>
                  <a:pt x="59438" y="110438"/>
                  <a:pt x="58936" y="109098"/>
                  <a:pt x="58936" y="107692"/>
                </a:cubicBezTo>
                <a:cubicBezTo>
                  <a:pt x="58936" y="104444"/>
                  <a:pt x="61548" y="101832"/>
                  <a:pt x="64796" y="101832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3219450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Librarian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6195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Administrator who manages books, verifies members, and maintains catalog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4191000"/>
            <a:ext cx="5543550" cy="1066800"/>
          </a:xfrm>
          <a:custGeom>
            <a:avLst/>
            <a:gdLst/>
            <a:ahLst/>
            <a:cxnLst/>
            <a:rect l="l" t="t" r="r" b="b"/>
            <a:pathLst>
              <a:path w="5543550" h="10668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952503"/>
                </a:lnTo>
                <a:cubicBezTo>
                  <a:pt x="5543550" y="1015628"/>
                  <a:pt x="5492378" y="1066800"/>
                  <a:pt x="542925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0050" y="41910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438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716756" y="4486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5332" y="3181"/>
                </a:moveTo>
                <a:cubicBezTo>
                  <a:pt x="66336" y="-1775"/>
                  <a:pt x="70723" y="-5358"/>
                  <a:pt x="75813" y="-5358"/>
                </a:cubicBezTo>
                <a:lnTo>
                  <a:pt x="95838" y="-5358"/>
                </a:lnTo>
                <a:cubicBezTo>
                  <a:pt x="100928" y="-5358"/>
                  <a:pt x="105315" y="-1775"/>
                  <a:pt x="106319" y="3181"/>
                </a:cubicBezTo>
                <a:lnTo>
                  <a:pt x="111175" y="26622"/>
                </a:lnTo>
                <a:cubicBezTo>
                  <a:pt x="115896" y="28631"/>
                  <a:pt x="120316" y="31209"/>
                  <a:pt x="124335" y="34257"/>
                </a:cubicBezTo>
                <a:lnTo>
                  <a:pt x="147038" y="26722"/>
                </a:lnTo>
                <a:cubicBezTo>
                  <a:pt x="151860" y="25115"/>
                  <a:pt x="157151" y="27124"/>
                  <a:pt x="159696" y="31544"/>
                </a:cubicBezTo>
                <a:lnTo>
                  <a:pt x="169709" y="48890"/>
                </a:lnTo>
                <a:cubicBezTo>
                  <a:pt x="172254" y="53310"/>
                  <a:pt x="171350" y="58869"/>
                  <a:pt x="167532" y="62251"/>
                </a:cubicBezTo>
                <a:lnTo>
                  <a:pt x="149684" y="78124"/>
                </a:lnTo>
                <a:cubicBezTo>
                  <a:pt x="149985" y="80602"/>
                  <a:pt x="150119" y="83147"/>
                  <a:pt x="150119" y="85725"/>
                </a:cubicBezTo>
                <a:cubicBezTo>
                  <a:pt x="150119" y="88303"/>
                  <a:pt x="149952" y="90848"/>
                  <a:pt x="149684" y="93326"/>
                </a:cubicBezTo>
                <a:lnTo>
                  <a:pt x="167566" y="109232"/>
                </a:lnTo>
                <a:cubicBezTo>
                  <a:pt x="171383" y="112615"/>
                  <a:pt x="172254" y="118207"/>
                  <a:pt x="169742" y="122593"/>
                </a:cubicBezTo>
                <a:lnTo>
                  <a:pt x="159730" y="139939"/>
                </a:lnTo>
                <a:cubicBezTo>
                  <a:pt x="157185" y="144326"/>
                  <a:pt x="151894" y="146369"/>
                  <a:pt x="147072" y="144761"/>
                </a:cubicBezTo>
                <a:lnTo>
                  <a:pt x="124368" y="137227"/>
                </a:lnTo>
                <a:cubicBezTo>
                  <a:pt x="120316" y="140274"/>
                  <a:pt x="115896" y="142819"/>
                  <a:pt x="111208" y="144862"/>
                </a:cubicBezTo>
                <a:lnTo>
                  <a:pt x="106386" y="168269"/>
                </a:lnTo>
                <a:cubicBezTo>
                  <a:pt x="105348" y="173258"/>
                  <a:pt x="100961" y="176808"/>
                  <a:pt x="95905" y="176808"/>
                </a:cubicBezTo>
                <a:lnTo>
                  <a:pt x="75880" y="176808"/>
                </a:lnTo>
                <a:cubicBezTo>
                  <a:pt x="70790" y="176808"/>
                  <a:pt x="66403" y="173225"/>
                  <a:pt x="65399" y="168269"/>
                </a:cubicBezTo>
                <a:lnTo>
                  <a:pt x="60577" y="144862"/>
                </a:lnTo>
                <a:cubicBezTo>
                  <a:pt x="55855" y="142853"/>
                  <a:pt x="51468" y="140274"/>
                  <a:pt x="47417" y="137227"/>
                </a:cubicBezTo>
                <a:lnTo>
                  <a:pt x="24612" y="144761"/>
                </a:lnTo>
                <a:cubicBezTo>
                  <a:pt x="19790" y="146369"/>
                  <a:pt x="14500" y="144360"/>
                  <a:pt x="11955" y="139939"/>
                </a:cubicBezTo>
                <a:lnTo>
                  <a:pt x="1942" y="122593"/>
                </a:lnTo>
                <a:cubicBezTo>
                  <a:pt x="-603" y="118173"/>
                  <a:pt x="301" y="112615"/>
                  <a:pt x="4119" y="109232"/>
                </a:cubicBezTo>
                <a:lnTo>
                  <a:pt x="22001" y="93326"/>
                </a:lnTo>
                <a:cubicBezTo>
                  <a:pt x="21699" y="90848"/>
                  <a:pt x="21565" y="88303"/>
                  <a:pt x="21565" y="85725"/>
                </a:cubicBezTo>
                <a:cubicBezTo>
                  <a:pt x="21565" y="83147"/>
                  <a:pt x="21733" y="80602"/>
                  <a:pt x="22001" y="78124"/>
                </a:cubicBezTo>
                <a:lnTo>
                  <a:pt x="4119" y="62218"/>
                </a:lnTo>
                <a:cubicBezTo>
                  <a:pt x="301" y="58835"/>
                  <a:pt x="-569" y="53243"/>
                  <a:pt x="1942" y="48857"/>
                </a:cubicBezTo>
                <a:lnTo>
                  <a:pt x="11955" y="31511"/>
                </a:lnTo>
                <a:cubicBezTo>
                  <a:pt x="14500" y="27090"/>
                  <a:pt x="19790" y="25081"/>
                  <a:pt x="24612" y="26689"/>
                </a:cubicBezTo>
                <a:lnTo>
                  <a:pt x="47316" y="34223"/>
                </a:lnTo>
                <a:cubicBezTo>
                  <a:pt x="51368" y="31176"/>
                  <a:pt x="55788" y="28631"/>
                  <a:pt x="60476" y="26588"/>
                </a:cubicBezTo>
                <a:lnTo>
                  <a:pt x="65332" y="3181"/>
                </a:lnTo>
                <a:close/>
                <a:moveTo>
                  <a:pt x="85825" y="112514"/>
                </a:moveTo>
                <a:cubicBezTo>
                  <a:pt x="95396" y="112478"/>
                  <a:pt x="104221" y="107339"/>
                  <a:pt x="108975" y="99033"/>
                </a:cubicBezTo>
                <a:cubicBezTo>
                  <a:pt x="113730" y="90726"/>
                  <a:pt x="113691" y="80514"/>
                  <a:pt x="108875" y="72243"/>
                </a:cubicBezTo>
                <a:cubicBezTo>
                  <a:pt x="104058" y="63973"/>
                  <a:pt x="95195" y="58900"/>
                  <a:pt x="85625" y="58936"/>
                </a:cubicBezTo>
                <a:cubicBezTo>
                  <a:pt x="76054" y="58972"/>
                  <a:pt x="67229" y="64111"/>
                  <a:pt x="62475" y="72417"/>
                </a:cubicBezTo>
                <a:cubicBezTo>
                  <a:pt x="57720" y="80724"/>
                  <a:pt x="57759" y="90936"/>
                  <a:pt x="62575" y="99207"/>
                </a:cubicBezTo>
                <a:cubicBezTo>
                  <a:pt x="67392" y="107477"/>
                  <a:pt x="76255" y="112550"/>
                  <a:pt x="85825" y="112514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" y="4438650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&amp; Database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48387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Processes transactions, business logic, and persistent data storage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86500" y="12477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4675" y="20259"/>
                </a:moveTo>
                <a:cubicBezTo>
                  <a:pt x="80758" y="24501"/>
                  <a:pt x="82209" y="32872"/>
                  <a:pt x="77967" y="38900"/>
                </a:cubicBezTo>
                <a:lnTo>
                  <a:pt x="46713" y="83548"/>
                </a:lnTo>
                <a:cubicBezTo>
                  <a:pt x="44425" y="86785"/>
                  <a:pt x="40853" y="88850"/>
                  <a:pt x="36891" y="89185"/>
                </a:cubicBezTo>
                <a:cubicBezTo>
                  <a:pt x="32928" y="89520"/>
                  <a:pt x="29021" y="88181"/>
                  <a:pt x="26231" y="85390"/>
                </a:cubicBezTo>
                <a:lnTo>
                  <a:pt x="3907" y="63066"/>
                </a:lnTo>
                <a:cubicBezTo>
                  <a:pt x="-1284" y="57820"/>
                  <a:pt x="-1284" y="49337"/>
                  <a:pt x="3907" y="44090"/>
                </a:cubicBezTo>
                <a:cubicBezTo>
                  <a:pt x="9097" y="38844"/>
                  <a:pt x="17636" y="38900"/>
                  <a:pt x="22882" y="44090"/>
                </a:cubicBezTo>
                <a:lnTo>
                  <a:pt x="33933" y="55141"/>
                </a:lnTo>
                <a:lnTo>
                  <a:pt x="56034" y="23552"/>
                </a:lnTo>
                <a:cubicBezTo>
                  <a:pt x="60275" y="17469"/>
                  <a:pt x="68647" y="16018"/>
                  <a:pt x="74675" y="20259"/>
                </a:cubicBezTo>
                <a:close/>
                <a:moveTo>
                  <a:pt x="74675" y="109556"/>
                </a:moveTo>
                <a:cubicBezTo>
                  <a:pt x="80758" y="113798"/>
                  <a:pt x="82209" y="122169"/>
                  <a:pt x="77967" y="128197"/>
                </a:cubicBezTo>
                <a:lnTo>
                  <a:pt x="46713" y="172845"/>
                </a:lnTo>
                <a:cubicBezTo>
                  <a:pt x="44425" y="176082"/>
                  <a:pt x="40853" y="178147"/>
                  <a:pt x="36891" y="178482"/>
                </a:cubicBezTo>
                <a:cubicBezTo>
                  <a:pt x="32928" y="178817"/>
                  <a:pt x="29021" y="177478"/>
                  <a:pt x="26231" y="174687"/>
                </a:cubicBezTo>
                <a:lnTo>
                  <a:pt x="3907" y="152363"/>
                </a:lnTo>
                <a:cubicBezTo>
                  <a:pt x="-1339" y="147117"/>
                  <a:pt x="-1339" y="138633"/>
                  <a:pt x="3907" y="133443"/>
                </a:cubicBezTo>
                <a:cubicBezTo>
                  <a:pt x="9153" y="128253"/>
                  <a:pt x="17636" y="128197"/>
                  <a:pt x="22827" y="133443"/>
                </a:cubicBezTo>
                <a:lnTo>
                  <a:pt x="33877" y="144494"/>
                </a:lnTo>
                <a:lnTo>
                  <a:pt x="55978" y="112905"/>
                </a:lnTo>
                <a:cubicBezTo>
                  <a:pt x="60220" y="106821"/>
                  <a:pt x="68591" y="105370"/>
                  <a:pt x="74619" y="109612"/>
                </a:cubicBezTo>
                <a:close/>
                <a:moveTo>
                  <a:pt x="125016" y="53578"/>
                </a:moveTo>
                <a:cubicBezTo>
                  <a:pt x="125016" y="43700"/>
                  <a:pt x="132997" y="35719"/>
                  <a:pt x="142875" y="35719"/>
                </a:cubicBezTo>
                <a:lnTo>
                  <a:pt x="267891" y="35719"/>
                </a:lnTo>
                <a:cubicBezTo>
                  <a:pt x="277769" y="35719"/>
                  <a:pt x="285750" y="43700"/>
                  <a:pt x="285750" y="53578"/>
                </a:cubicBezTo>
                <a:cubicBezTo>
                  <a:pt x="285750" y="63457"/>
                  <a:pt x="277769" y="71438"/>
                  <a:pt x="267891" y="71438"/>
                </a:cubicBezTo>
                <a:lnTo>
                  <a:pt x="142875" y="71438"/>
                </a:lnTo>
                <a:cubicBezTo>
                  <a:pt x="132997" y="71438"/>
                  <a:pt x="125016" y="63457"/>
                  <a:pt x="125016" y="53578"/>
                </a:cubicBezTo>
                <a:close/>
                <a:moveTo>
                  <a:pt x="125016" y="142875"/>
                </a:moveTo>
                <a:cubicBezTo>
                  <a:pt x="125016" y="132997"/>
                  <a:pt x="132997" y="125016"/>
                  <a:pt x="142875" y="125016"/>
                </a:cubicBezTo>
                <a:lnTo>
                  <a:pt x="267891" y="125016"/>
                </a:lnTo>
                <a:cubicBezTo>
                  <a:pt x="277769" y="125016"/>
                  <a:pt x="285750" y="132997"/>
                  <a:pt x="285750" y="142875"/>
                </a:cubicBezTo>
                <a:cubicBezTo>
                  <a:pt x="285750" y="152753"/>
                  <a:pt x="277769" y="160734"/>
                  <a:pt x="267891" y="160734"/>
                </a:cubicBezTo>
                <a:lnTo>
                  <a:pt x="142875" y="160734"/>
                </a:lnTo>
                <a:cubicBezTo>
                  <a:pt x="132997" y="160734"/>
                  <a:pt x="125016" y="152753"/>
                  <a:pt x="125016" y="142875"/>
                </a:cubicBezTo>
                <a:close/>
                <a:moveTo>
                  <a:pt x="89297" y="232172"/>
                </a:moveTo>
                <a:cubicBezTo>
                  <a:pt x="89297" y="222293"/>
                  <a:pt x="97278" y="214313"/>
                  <a:pt x="107156" y="214313"/>
                </a:cubicBezTo>
                <a:lnTo>
                  <a:pt x="267891" y="214313"/>
                </a:lnTo>
                <a:cubicBezTo>
                  <a:pt x="277769" y="214313"/>
                  <a:pt x="285750" y="222293"/>
                  <a:pt x="285750" y="232172"/>
                </a:cubicBezTo>
                <a:cubicBezTo>
                  <a:pt x="285750" y="242050"/>
                  <a:pt x="277769" y="250031"/>
                  <a:pt x="267891" y="250031"/>
                </a:cubicBezTo>
                <a:lnTo>
                  <a:pt x="107156" y="250031"/>
                </a:lnTo>
                <a:cubicBezTo>
                  <a:pt x="97278" y="250031"/>
                  <a:pt x="89297" y="242050"/>
                  <a:pt x="89297" y="232172"/>
                </a:cubicBezTo>
                <a:close/>
                <a:moveTo>
                  <a:pt x="35719" y="209848"/>
                </a:moveTo>
                <a:cubicBezTo>
                  <a:pt x="48040" y="209848"/>
                  <a:pt x="58043" y="219851"/>
                  <a:pt x="58043" y="232172"/>
                </a:cubicBezTo>
                <a:cubicBezTo>
                  <a:pt x="58043" y="244493"/>
                  <a:pt x="48040" y="254496"/>
                  <a:pt x="35719" y="254496"/>
                </a:cubicBezTo>
                <a:cubicBezTo>
                  <a:pt x="23398" y="254496"/>
                  <a:pt x="13395" y="244493"/>
                  <a:pt x="13395" y="232172"/>
                </a:cubicBezTo>
                <a:cubicBezTo>
                  <a:pt x="13395" y="219851"/>
                  <a:pt x="23398" y="209848"/>
                  <a:pt x="35719" y="209848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6" name="Text 24"/>
          <p:cNvSpPr/>
          <p:nvPr/>
        </p:nvSpPr>
        <p:spPr>
          <a:xfrm>
            <a:off x="6610350" y="1219200"/>
            <a:ext cx="5343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Use Cases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48400" y="1752600"/>
            <a:ext cx="5562600" cy="4724400"/>
          </a:xfrm>
          <a:custGeom>
            <a:avLst/>
            <a:gdLst/>
            <a:ahLst/>
            <a:cxnLst/>
            <a:rect l="l" t="t" r="r" b="b"/>
            <a:pathLst>
              <a:path w="5562600" h="4724400">
                <a:moveTo>
                  <a:pt x="114283" y="0"/>
                </a:moveTo>
                <a:lnTo>
                  <a:pt x="5448317" y="0"/>
                </a:lnTo>
                <a:cubicBezTo>
                  <a:pt x="5511434" y="0"/>
                  <a:pt x="5562600" y="51166"/>
                  <a:pt x="5562600" y="114283"/>
                </a:cubicBezTo>
                <a:lnTo>
                  <a:pt x="5562600" y="4610117"/>
                </a:lnTo>
                <a:cubicBezTo>
                  <a:pt x="5562600" y="4673234"/>
                  <a:pt x="5511434" y="4724400"/>
                  <a:pt x="5448317" y="4724400"/>
                </a:cubicBezTo>
                <a:lnTo>
                  <a:pt x="114283" y="4724400"/>
                </a:lnTo>
                <a:cubicBezTo>
                  <a:pt x="51166" y="4724400"/>
                  <a:pt x="0" y="4673234"/>
                  <a:pt x="0" y="4610117"/>
                </a:cubicBezTo>
                <a:lnTo>
                  <a:pt x="0" y="114283"/>
                </a:lnTo>
                <a:cubicBezTo>
                  <a:pt x="0" y="51209"/>
                  <a:pt x="51209" y="0"/>
                  <a:pt x="11428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77000" y="1981200"/>
            <a:ext cx="2476500" cy="457200"/>
          </a:xfrm>
          <a:custGeom>
            <a:avLst/>
            <a:gdLst/>
            <a:ahLst/>
            <a:cxnLst/>
            <a:rect l="l" t="t" r="r" b="b"/>
            <a:pathLst>
              <a:path w="2476500" h="457200">
                <a:moveTo>
                  <a:pt x="76202" y="0"/>
                </a:moveTo>
                <a:lnTo>
                  <a:pt x="2400298" y="0"/>
                </a:lnTo>
                <a:cubicBezTo>
                  <a:pt x="2442383" y="0"/>
                  <a:pt x="2476500" y="34117"/>
                  <a:pt x="2476500" y="76202"/>
                </a:cubicBezTo>
                <a:lnTo>
                  <a:pt x="2476500" y="380998"/>
                </a:lnTo>
                <a:cubicBezTo>
                  <a:pt x="2476500" y="423083"/>
                  <a:pt x="2442383" y="457200"/>
                  <a:pt x="24002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15113" y="2114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0" name="Text 28"/>
          <p:cNvSpPr/>
          <p:nvPr/>
        </p:nvSpPr>
        <p:spPr>
          <a:xfrm>
            <a:off x="6943725" y="2095500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05900" y="1981200"/>
            <a:ext cx="2476500" cy="457200"/>
          </a:xfrm>
          <a:custGeom>
            <a:avLst/>
            <a:gdLst/>
            <a:ahLst/>
            <a:cxnLst/>
            <a:rect l="l" t="t" r="r" b="b"/>
            <a:pathLst>
              <a:path w="2476500" h="457200">
                <a:moveTo>
                  <a:pt x="76202" y="0"/>
                </a:moveTo>
                <a:lnTo>
                  <a:pt x="2400298" y="0"/>
                </a:lnTo>
                <a:cubicBezTo>
                  <a:pt x="2442383" y="0"/>
                  <a:pt x="2476500" y="34117"/>
                  <a:pt x="2476500" y="76202"/>
                </a:cubicBezTo>
                <a:lnTo>
                  <a:pt x="2476500" y="380998"/>
                </a:lnTo>
                <a:cubicBezTo>
                  <a:pt x="2476500" y="423083"/>
                  <a:pt x="2442383" y="457200"/>
                  <a:pt x="24002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9396">
              <a:alpha val="5098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255919" y="2114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33" name="Text 31"/>
          <p:cNvSpPr/>
          <p:nvPr/>
        </p:nvSpPr>
        <p:spPr>
          <a:xfrm>
            <a:off x="9572625" y="2095500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Issue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77000" y="2590800"/>
            <a:ext cx="2476500" cy="457200"/>
          </a:xfrm>
          <a:custGeom>
            <a:avLst/>
            <a:gdLst/>
            <a:ahLst/>
            <a:cxnLst/>
            <a:rect l="l" t="t" r="r" b="b"/>
            <a:pathLst>
              <a:path w="2476500" h="457200">
                <a:moveTo>
                  <a:pt x="76202" y="0"/>
                </a:moveTo>
                <a:lnTo>
                  <a:pt x="2400298" y="0"/>
                </a:lnTo>
                <a:cubicBezTo>
                  <a:pt x="2442383" y="0"/>
                  <a:pt x="2476500" y="34117"/>
                  <a:pt x="2476500" y="76202"/>
                </a:cubicBezTo>
                <a:lnTo>
                  <a:pt x="2476500" y="380998"/>
                </a:lnTo>
                <a:cubicBezTo>
                  <a:pt x="2476500" y="423083"/>
                  <a:pt x="2442383" y="457200"/>
                  <a:pt x="24002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15113" y="2724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23812"/>
                </a:moveTo>
                <a:cubicBezTo>
                  <a:pt x="74116" y="23812"/>
                  <a:pt x="55104" y="33003"/>
                  <a:pt x="42007" y="47625"/>
                </a:cubicBezTo>
                <a:lnTo>
                  <a:pt x="59531" y="47625"/>
                </a:lnTo>
                <a:cubicBezTo>
                  <a:pt x="66117" y="47625"/>
                  <a:pt x="71438" y="52946"/>
                  <a:pt x="71438" y="59531"/>
                </a:cubicBezTo>
                <a:cubicBezTo>
                  <a:pt x="71438" y="66117"/>
                  <a:pt x="66117" y="71438"/>
                  <a:pt x="59531" y="71438"/>
                </a:cubicBezTo>
                <a:lnTo>
                  <a:pt x="11906" y="71438"/>
                </a:lnTo>
                <a:cubicBezTo>
                  <a:pt x="5321" y="71438"/>
                  <a:pt x="0" y="66117"/>
                  <a:pt x="0" y="59531"/>
                </a:cubicBezTo>
                <a:lnTo>
                  <a:pt x="0" y="11906"/>
                </a:lnTo>
                <a:cubicBezTo>
                  <a:pt x="0" y="5321"/>
                  <a:pt x="5321" y="0"/>
                  <a:pt x="11906" y="0"/>
                </a:cubicBezTo>
                <a:cubicBezTo>
                  <a:pt x="18492" y="0"/>
                  <a:pt x="23812" y="5321"/>
                  <a:pt x="23812" y="11906"/>
                </a:cubicBezTo>
                <a:lnTo>
                  <a:pt x="23812" y="32258"/>
                </a:lnTo>
                <a:cubicBezTo>
                  <a:pt x="41263" y="12502"/>
                  <a:pt x="66787" y="0"/>
                  <a:pt x="95250" y="0"/>
                </a:cubicBezTo>
                <a:cubicBezTo>
                  <a:pt x="147861" y="0"/>
                  <a:pt x="190500" y="42639"/>
                  <a:pt x="190500" y="95250"/>
                </a:cubicBezTo>
                <a:cubicBezTo>
                  <a:pt x="190500" y="147861"/>
                  <a:pt x="147861" y="190500"/>
                  <a:pt x="95250" y="190500"/>
                </a:cubicBezTo>
                <a:cubicBezTo>
                  <a:pt x="62880" y="190500"/>
                  <a:pt x="34268" y="174352"/>
                  <a:pt x="17078" y="149684"/>
                </a:cubicBezTo>
                <a:cubicBezTo>
                  <a:pt x="13320" y="144289"/>
                  <a:pt x="14622" y="136885"/>
                  <a:pt x="20017" y="133090"/>
                </a:cubicBezTo>
                <a:cubicBezTo>
                  <a:pt x="25412" y="129294"/>
                  <a:pt x="32817" y="130634"/>
                  <a:pt x="36612" y="136029"/>
                </a:cubicBezTo>
                <a:cubicBezTo>
                  <a:pt x="49560" y="154558"/>
                  <a:pt x="70991" y="166650"/>
                  <a:pt x="95250" y="166650"/>
                </a:cubicBezTo>
                <a:cubicBezTo>
                  <a:pt x="134689" y="166650"/>
                  <a:pt x="166688" y="134652"/>
                  <a:pt x="166688" y="95213"/>
                </a:cubicBezTo>
                <a:cubicBezTo>
                  <a:pt x="166688" y="55773"/>
                  <a:pt x="134689" y="23812"/>
                  <a:pt x="95250" y="23812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6" name="Text 34"/>
          <p:cNvSpPr/>
          <p:nvPr/>
        </p:nvSpPr>
        <p:spPr>
          <a:xfrm>
            <a:off x="6943725" y="2705100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105900" y="2590800"/>
            <a:ext cx="2476500" cy="457200"/>
          </a:xfrm>
          <a:custGeom>
            <a:avLst/>
            <a:gdLst/>
            <a:ahLst/>
            <a:cxnLst/>
            <a:rect l="l" t="t" r="r" b="b"/>
            <a:pathLst>
              <a:path w="2476500" h="457200">
                <a:moveTo>
                  <a:pt x="76202" y="0"/>
                </a:moveTo>
                <a:lnTo>
                  <a:pt x="2400298" y="0"/>
                </a:lnTo>
                <a:cubicBezTo>
                  <a:pt x="2442383" y="0"/>
                  <a:pt x="2476500" y="34117"/>
                  <a:pt x="2476500" y="76202"/>
                </a:cubicBezTo>
                <a:lnTo>
                  <a:pt x="2476500" y="380998"/>
                </a:lnTo>
                <a:cubicBezTo>
                  <a:pt x="2476500" y="423083"/>
                  <a:pt x="2442383" y="457200"/>
                  <a:pt x="24002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9396">
              <a:alpha val="509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267825" y="2724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78594"/>
                </a:lnTo>
                <a:cubicBezTo>
                  <a:pt x="0" y="182873"/>
                  <a:pt x="2307" y="186854"/>
                  <a:pt x="6028" y="188937"/>
                </a:cubicBezTo>
                <a:cubicBezTo>
                  <a:pt x="9748" y="191021"/>
                  <a:pt x="14325" y="190984"/>
                  <a:pt x="18008" y="188788"/>
                </a:cubicBezTo>
                <a:lnTo>
                  <a:pt x="71438" y="156753"/>
                </a:lnTo>
                <a:lnTo>
                  <a:pt x="124830" y="188788"/>
                </a:lnTo>
                <a:cubicBezTo>
                  <a:pt x="128513" y="190984"/>
                  <a:pt x="133090" y="191058"/>
                  <a:pt x="136810" y="188937"/>
                </a:cubicBezTo>
                <a:cubicBezTo>
                  <a:pt x="140531" y="186817"/>
                  <a:pt x="142875" y="182873"/>
                  <a:pt x="142875" y="178594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39" name="Text 37"/>
          <p:cNvSpPr/>
          <p:nvPr/>
        </p:nvSpPr>
        <p:spPr>
          <a:xfrm>
            <a:off x="9572625" y="2705100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77000" y="3200400"/>
            <a:ext cx="5105400" cy="457200"/>
          </a:xfrm>
          <a:custGeom>
            <a:avLst/>
            <a:gdLst/>
            <a:ahLst/>
            <a:cxnLst/>
            <a:rect l="l" t="t" r="r" b="b"/>
            <a:pathLst>
              <a:path w="5105400" h="457200">
                <a:moveTo>
                  <a:pt x="76202" y="0"/>
                </a:moveTo>
                <a:lnTo>
                  <a:pt x="5029198" y="0"/>
                </a:lnTo>
                <a:cubicBezTo>
                  <a:pt x="5071283" y="0"/>
                  <a:pt x="5105400" y="34117"/>
                  <a:pt x="5105400" y="76202"/>
                </a:cubicBezTo>
                <a:lnTo>
                  <a:pt x="5105400" y="380998"/>
                </a:lnTo>
                <a:cubicBezTo>
                  <a:pt x="5105400" y="423083"/>
                  <a:pt x="5071283" y="457200"/>
                  <a:pt x="50291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94A3B8">
              <a:alpha val="5098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15113" y="3333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468" y="8074"/>
                </a:moveTo>
                <a:cubicBezTo>
                  <a:pt x="167320" y="-74"/>
                  <a:pt x="154149" y="-74"/>
                  <a:pt x="146000" y="8074"/>
                </a:cubicBezTo>
                <a:lnTo>
                  <a:pt x="136922" y="17152"/>
                </a:lnTo>
                <a:lnTo>
                  <a:pt x="173348" y="53578"/>
                </a:lnTo>
                <a:lnTo>
                  <a:pt x="182426" y="44500"/>
                </a:lnTo>
                <a:cubicBezTo>
                  <a:pt x="190574" y="36351"/>
                  <a:pt x="190574" y="23180"/>
                  <a:pt x="182426" y="15032"/>
                </a:cubicBezTo>
                <a:lnTo>
                  <a:pt x="175468" y="8074"/>
                </a:lnTo>
                <a:close/>
                <a:moveTo>
                  <a:pt x="64145" y="89929"/>
                </a:moveTo>
                <a:cubicBezTo>
                  <a:pt x="61875" y="92199"/>
                  <a:pt x="60127" y="94990"/>
                  <a:pt x="59122" y="98078"/>
                </a:cubicBezTo>
                <a:lnTo>
                  <a:pt x="48109" y="131118"/>
                </a:lnTo>
                <a:cubicBezTo>
                  <a:pt x="47030" y="134317"/>
                  <a:pt x="47885" y="137852"/>
                  <a:pt x="50267" y="140271"/>
                </a:cubicBezTo>
                <a:cubicBezTo>
                  <a:pt x="52648" y="142689"/>
                  <a:pt x="56183" y="143508"/>
                  <a:pt x="59420" y="142429"/>
                </a:cubicBezTo>
                <a:lnTo>
                  <a:pt x="92459" y="131415"/>
                </a:lnTo>
                <a:cubicBezTo>
                  <a:pt x="95510" y="130411"/>
                  <a:pt x="98301" y="128662"/>
                  <a:pt x="100608" y="126392"/>
                </a:cubicBezTo>
                <a:lnTo>
                  <a:pt x="160734" y="66191"/>
                </a:lnTo>
                <a:lnTo>
                  <a:pt x="124309" y="29766"/>
                </a:lnTo>
                <a:lnTo>
                  <a:pt x="64145" y="89929"/>
                </a:lnTo>
                <a:close/>
                <a:moveTo>
                  <a:pt x="35719" y="23812"/>
                </a:moveTo>
                <a:cubicBezTo>
                  <a:pt x="15999" y="23812"/>
                  <a:pt x="0" y="39812"/>
                  <a:pt x="0" y="59531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130969" y="190500"/>
                </a:lnTo>
                <a:cubicBezTo>
                  <a:pt x="150688" y="190500"/>
                  <a:pt x="166688" y="174501"/>
                  <a:pt x="166688" y="154781"/>
                </a:cubicBezTo>
                <a:lnTo>
                  <a:pt x="166688" y="119063"/>
                </a:lnTo>
                <a:cubicBezTo>
                  <a:pt x="166688" y="112477"/>
                  <a:pt x="161367" y="107156"/>
                  <a:pt x="154781" y="107156"/>
                </a:cubicBezTo>
                <a:cubicBezTo>
                  <a:pt x="148196" y="107156"/>
                  <a:pt x="142875" y="112477"/>
                  <a:pt x="142875" y="119063"/>
                </a:cubicBezTo>
                <a:lnTo>
                  <a:pt x="142875" y="154781"/>
                </a:lnTo>
                <a:cubicBezTo>
                  <a:pt x="142875" y="161367"/>
                  <a:pt x="137554" y="166688"/>
                  <a:pt x="130969" y="166688"/>
                </a:cubicBezTo>
                <a:lnTo>
                  <a:pt x="35719" y="166688"/>
                </a:lnTo>
                <a:cubicBezTo>
                  <a:pt x="29133" y="166688"/>
                  <a:pt x="23812" y="161367"/>
                  <a:pt x="23812" y="154781"/>
                </a:cubicBezTo>
                <a:lnTo>
                  <a:pt x="23812" y="59531"/>
                </a:lnTo>
                <a:cubicBezTo>
                  <a:pt x="23812" y="52946"/>
                  <a:pt x="29133" y="47625"/>
                  <a:pt x="35719" y="47625"/>
                </a:cubicBezTo>
                <a:lnTo>
                  <a:pt x="71438" y="47625"/>
                </a:lnTo>
                <a:cubicBezTo>
                  <a:pt x="78023" y="47625"/>
                  <a:pt x="83344" y="42304"/>
                  <a:pt x="83344" y="35719"/>
                </a:cubicBezTo>
                <a:cubicBezTo>
                  <a:pt x="83344" y="29133"/>
                  <a:pt x="78023" y="23812"/>
                  <a:pt x="71438" y="23812"/>
                </a:cubicBezTo>
                <a:lnTo>
                  <a:pt x="35719" y="23812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42" name="Text 40"/>
          <p:cNvSpPr/>
          <p:nvPr/>
        </p:nvSpPr>
        <p:spPr>
          <a:xfrm>
            <a:off x="6943725" y="3314700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Catalog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77000" y="3890962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  <a:lnTo>
                  <a:pt x="5105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94A3B8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77000" y="4124325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Relationships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7000" y="4505325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Include: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Return Book → Pay Fine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77000" y="4810125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Extend: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Update Catalog ← Add/Update/Remove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77000" y="5114925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Association: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Actors connect to permitted actions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5381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Diagram — Purpose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19200"/>
            <a:ext cx="6553200" cy="5600700"/>
          </a:xfrm>
          <a:custGeom>
            <a:avLst/>
            <a:gdLst/>
            <a:ahLst/>
            <a:cxnLst/>
            <a:rect l="l" t="t" r="r" b="b"/>
            <a:pathLst>
              <a:path w="6553200" h="5600700">
                <a:moveTo>
                  <a:pt x="114310" y="0"/>
                </a:moveTo>
                <a:lnTo>
                  <a:pt x="6438890" y="0"/>
                </a:lnTo>
                <a:cubicBezTo>
                  <a:pt x="6502022" y="0"/>
                  <a:pt x="6553200" y="51178"/>
                  <a:pt x="6553200" y="114310"/>
                </a:cubicBezTo>
                <a:lnTo>
                  <a:pt x="6553200" y="5486390"/>
                </a:lnTo>
                <a:cubicBezTo>
                  <a:pt x="6553200" y="5549522"/>
                  <a:pt x="6502022" y="5600700"/>
                  <a:pt x="6438890" y="5600700"/>
                </a:cubicBezTo>
                <a:lnTo>
                  <a:pt x="114310" y="5600700"/>
                </a:lnTo>
                <a:cubicBezTo>
                  <a:pt x="51178" y="5600700"/>
                  <a:pt x="0" y="5549522"/>
                  <a:pt x="0" y="5486390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5533" y="952500"/>
            <a:ext cx="621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Diagram</a:t>
            </a:r>
            <a:endParaRPr lang="en-US" sz="1600" dirty="0"/>
          </a:p>
        </p:txBody>
      </p:sp>
      <p:pic>
        <p:nvPicPr>
          <p:cNvPr id="7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248150"/>
            <a:ext cx="914400" cy="9144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258050" y="1219200"/>
            <a:ext cx="4552950" cy="1181100"/>
          </a:xfrm>
          <a:custGeom>
            <a:avLst/>
            <a:gdLst/>
            <a:ahLst/>
            <a:cxnLst/>
            <a:rect l="l" t="t" r="r" b="b"/>
            <a:pathLst>
              <a:path w="4552950" h="1181100">
                <a:moveTo>
                  <a:pt x="38100" y="0"/>
                </a:moveTo>
                <a:lnTo>
                  <a:pt x="4438655" y="0"/>
                </a:lnTo>
                <a:cubicBezTo>
                  <a:pt x="4501778" y="0"/>
                  <a:pt x="4552950" y="51172"/>
                  <a:pt x="4552950" y="114295"/>
                </a:cubicBezTo>
                <a:lnTo>
                  <a:pt x="4552950" y="1066805"/>
                </a:lnTo>
                <a:cubicBezTo>
                  <a:pt x="4552950" y="1129928"/>
                  <a:pt x="4501778" y="1181100"/>
                  <a:pt x="44386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58050" y="12192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0" name="Shape 7"/>
          <p:cNvSpPr/>
          <p:nvPr/>
        </p:nvSpPr>
        <p:spPr>
          <a:xfrm>
            <a:off x="7496175" y="1428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1" name="Text 8"/>
          <p:cNvSpPr/>
          <p:nvPr/>
        </p:nvSpPr>
        <p:spPr>
          <a:xfrm>
            <a:off x="7867650" y="1409700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Shows System Structure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67600" y="1752600"/>
            <a:ext cx="422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Represents the static architecture and organization of system components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58050" y="2552700"/>
            <a:ext cx="4552950" cy="1181100"/>
          </a:xfrm>
          <a:custGeom>
            <a:avLst/>
            <a:gdLst/>
            <a:ahLst/>
            <a:cxnLst/>
            <a:rect l="l" t="t" r="r" b="b"/>
            <a:pathLst>
              <a:path w="4552950" h="1181100">
                <a:moveTo>
                  <a:pt x="38100" y="0"/>
                </a:moveTo>
                <a:lnTo>
                  <a:pt x="4438655" y="0"/>
                </a:lnTo>
                <a:cubicBezTo>
                  <a:pt x="4501778" y="0"/>
                  <a:pt x="4552950" y="51172"/>
                  <a:pt x="4552950" y="114295"/>
                </a:cubicBezTo>
                <a:lnTo>
                  <a:pt x="4552950" y="1066805"/>
                </a:lnTo>
                <a:cubicBezTo>
                  <a:pt x="4552950" y="1129928"/>
                  <a:pt x="4501778" y="1181100"/>
                  <a:pt x="44386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58050" y="25527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5" name="Shape 12"/>
          <p:cNvSpPr/>
          <p:nvPr/>
        </p:nvSpPr>
        <p:spPr>
          <a:xfrm>
            <a:off x="7496175" y="2762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6" name="Text 13"/>
          <p:cNvSpPr/>
          <p:nvPr/>
        </p:nvSpPr>
        <p:spPr>
          <a:xfrm>
            <a:off x="7867650" y="2743200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Classes, Attributes, Methods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467600" y="3086100"/>
            <a:ext cx="422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Defines data members (attributes) and behaviors (methods) for each class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58050" y="3886200"/>
            <a:ext cx="4552950" cy="1181100"/>
          </a:xfrm>
          <a:custGeom>
            <a:avLst/>
            <a:gdLst/>
            <a:ahLst/>
            <a:cxnLst/>
            <a:rect l="l" t="t" r="r" b="b"/>
            <a:pathLst>
              <a:path w="4552950" h="1181100">
                <a:moveTo>
                  <a:pt x="38100" y="0"/>
                </a:moveTo>
                <a:lnTo>
                  <a:pt x="4438655" y="0"/>
                </a:lnTo>
                <a:cubicBezTo>
                  <a:pt x="4501778" y="0"/>
                  <a:pt x="4552950" y="51172"/>
                  <a:pt x="4552950" y="114295"/>
                </a:cubicBezTo>
                <a:lnTo>
                  <a:pt x="4552950" y="1066805"/>
                </a:lnTo>
                <a:cubicBezTo>
                  <a:pt x="4552950" y="1129928"/>
                  <a:pt x="4501778" y="1181100"/>
                  <a:pt x="44386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258050" y="38862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20" name="Shape 17"/>
          <p:cNvSpPr/>
          <p:nvPr/>
        </p:nvSpPr>
        <p:spPr>
          <a:xfrm>
            <a:off x="7496175" y="4095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21" name="Text 18"/>
          <p:cNvSpPr/>
          <p:nvPr/>
        </p:nvSpPr>
        <p:spPr>
          <a:xfrm>
            <a:off x="7867650" y="407670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Relationships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67600" y="4419600"/>
            <a:ext cx="422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Illustrates associations, dependencies, and interactions between classes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239000" y="5219700"/>
            <a:ext cx="4572000" cy="1600200"/>
          </a:xfrm>
          <a:custGeom>
            <a:avLst/>
            <a:gdLst/>
            <a:ahLst/>
            <a:cxnLst/>
            <a:rect l="l" t="t" r="r" b="b"/>
            <a:pathLst>
              <a:path w="4572000" h="1600200">
                <a:moveTo>
                  <a:pt x="114302" y="0"/>
                </a:moveTo>
                <a:lnTo>
                  <a:pt x="4457698" y="0"/>
                </a:lnTo>
                <a:cubicBezTo>
                  <a:pt x="4520783" y="0"/>
                  <a:pt x="4572000" y="51217"/>
                  <a:pt x="4572000" y="114302"/>
                </a:cubicBezTo>
                <a:lnTo>
                  <a:pt x="4572000" y="1485898"/>
                </a:lnTo>
                <a:cubicBezTo>
                  <a:pt x="4572000" y="1548983"/>
                  <a:pt x="4520783" y="1600200"/>
                  <a:pt x="4457698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5F73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29500" y="5410200"/>
            <a:ext cx="427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Relationship Types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486650" y="5829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6" name="Text 23"/>
          <p:cNvSpPr/>
          <p:nvPr/>
        </p:nvSpPr>
        <p:spPr>
          <a:xfrm>
            <a:off x="7677150" y="5791200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486650" y="6134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8" name="Text 25"/>
          <p:cNvSpPr/>
          <p:nvPr/>
        </p:nvSpPr>
        <p:spPr>
          <a:xfrm>
            <a:off x="7677150" y="6096000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Dependency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486650" y="6438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Text 27"/>
          <p:cNvSpPr/>
          <p:nvPr/>
        </p:nvSpPr>
        <p:spPr>
          <a:xfrm>
            <a:off x="7677150" y="6400800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Coordination</a:t>
            </a:r>
            <a:endParaRPr lang="en-US" sz="1600" dirty="0"/>
          </a:p>
        </p:txBody>
      </p:sp>
      <p:pic>
        <p:nvPicPr>
          <p:cNvPr id="31" name="Image 1" descr="https://kimi-img.moonshot.cn/pub/slides/26-02-16-02:25:01-d690uv8d7itnj78qe4t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825" y="1219200"/>
            <a:ext cx="4766400" cy="560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Classes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38250"/>
            <a:ext cx="5600700" cy="2076450"/>
          </a:xfrm>
          <a:custGeom>
            <a:avLst/>
            <a:gdLst/>
            <a:ahLst/>
            <a:cxnLst/>
            <a:rect l="l" t="t" r="r" b="b"/>
            <a:pathLst>
              <a:path w="5600700" h="2076450">
                <a:moveTo>
                  <a:pt x="38100" y="0"/>
                </a:moveTo>
                <a:lnTo>
                  <a:pt x="5562600" y="0"/>
                </a:lnTo>
                <a:cubicBezTo>
                  <a:pt x="5583642" y="0"/>
                  <a:pt x="5600700" y="17058"/>
                  <a:pt x="5600700" y="38100"/>
                </a:cubicBezTo>
                <a:lnTo>
                  <a:pt x="5600700" y="1962141"/>
                </a:lnTo>
                <a:cubicBezTo>
                  <a:pt x="5600700" y="2025272"/>
                  <a:pt x="5549522" y="2076450"/>
                  <a:pt x="5486391" y="2076450"/>
                </a:cubicBezTo>
                <a:lnTo>
                  <a:pt x="114309" y="2076450"/>
                </a:lnTo>
                <a:cubicBezTo>
                  <a:pt x="51178" y="2076450"/>
                  <a:pt x="0" y="2025272"/>
                  <a:pt x="0" y="19621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2382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8" name="Shape 6"/>
          <p:cNvSpPr/>
          <p:nvPr/>
        </p:nvSpPr>
        <p:spPr>
          <a:xfrm>
            <a:off x="776288" y="1638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1600200"/>
            <a:ext cx="1114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17170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Responsibility: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Represents library members who can search, borrow, reserve, and return books through their account.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819400"/>
            <a:ext cx="619125" cy="266700"/>
          </a:xfrm>
          <a:custGeom>
            <a:avLst/>
            <a:gdLst/>
            <a:ahLst/>
            <a:cxnLst/>
            <a:rect l="l" t="t" r="r" b="b"/>
            <a:pathLst>
              <a:path w="619125" h="266700">
                <a:moveTo>
                  <a:pt x="133350" y="0"/>
                </a:moveTo>
                <a:lnTo>
                  <a:pt x="485775" y="0"/>
                </a:lnTo>
                <a:cubicBezTo>
                  <a:pt x="559373" y="0"/>
                  <a:pt x="619125" y="59752"/>
                  <a:pt x="619125" y="133350"/>
                </a:cubicBezTo>
                <a:lnTo>
                  <a:pt x="619125" y="133350"/>
                </a:lnTo>
                <a:cubicBezTo>
                  <a:pt x="619125" y="206948"/>
                  <a:pt x="559373" y="266700"/>
                  <a:pt x="485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" y="2819400"/>
            <a:ext cx="685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04330" y="2819400"/>
            <a:ext cx="1028700" cy="266700"/>
          </a:xfrm>
          <a:custGeom>
            <a:avLst/>
            <a:gdLst/>
            <a:ahLst/>
            <a:cxnLst/>
            <a:rect l="l" t="t" r="r" b="b"/>
            <a:pathLst>
              <a:path w="1028700" h="266700">
                <a:moveTo>
                  <a:pt x="133350" y="0"/>
                </a:moveTo>
                <a:lnTo>
                  <a:pt x="895350" y="0"/>
                </a:lnTo>
                <a:cubicBezTo>
                  <a:pt x="968948" y="0"/>
                  <a:pt x="1028700" y="59752"/>
                  <a:pt x="1028700" y="133350"/>
                </a:cubicBezTo>
                <a:lnTo>
                  <a:pt x="1028700" y="133350"/>
                </a:lnTo>
                <a:cubicBezTo>
                  <a:pt x="1028700" y="206948"/>
                  <a:pt x="968948" y="266700"/>
                  <a:pt x="895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04330" y="2819400"/>
            <a:ext cx="10953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searchBook()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04616" y="2819400"/>
            <a:ext cx="933450" cy="266700"/>
          </a:xfrm>
          <a:custGeom>
            <a:avLst/>
            <a:gdLst/>
            <a:ahLst/>
            <a:cxnLst/>
            <a:rect l="l" t="t" r="r" b="b"/>
            <a:pathLst>
              <a:path w="933450" h="266700">
                <a:moveTo>
                  <a:pt x="133350" y="0"/>
                </a:moveTo>
                <a:lnTo>
                  <a:pt x="800100" y="0"/>
                </a:lnTo>
                <a:cubicBezTo>
                  <a:pt x="873698" y="0"/>
                  <a:pt x="933450" y="59752"/>
                  <a:pt x="933450" y="133350"/>
                </a:cubicBezTo>
                <a:lnTo>
                  <a:pt x="933450" y="133350"/>
                </a:lnTo>
                <a:cubicBezTo>
                  <a:pt x="933450" y="206948"/>
                  <a:pt x="873698" y="266700"/>
                  <a:pt x="8001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404616" y="2819400"/>
            <a:ext cx="10001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issueBook()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17243" y="2819400"/>
            <a:ext cx="981075" cy="266700"/>
          </a:xfrm>
          <a:custGeom>
            <a:avLst/>
            <a:gdLst/>
            <a:ahLst/>
            <a:cxnLst/>
            <a:rect l="l" t="t" r="r" b="b"/>
            <a:pathLst>
              <a:path w="981075" h="266700">
                <a:moveTo>
                  <a:pt x="133350" y="0"/>
                </a:moveTo>
                <a:lnTo>
                  <a:pt x="847725" y="0"/>
                </a:lnTo>
                <a:cubicBezTo>
                  <a:pt x="921323" y="0"/>
                  <a:pt x="981075" y="59752"/>
                  <a:pt x="981075" y="133350"/>
                </a:cubicBezTo>
                <a:lnTo>
                  <a:pt x="981075" y="133350"/>
                </a:lnTo>
                <a:cubicBezTo>
                  <a:pt x="981075" y="206948"/>
                  <a:pt x="921323" y="266700"/>
                  <a:pt x="8477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17243" y="2819400"/>
            <a:ext cx="10477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returnBook()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77345" y="2819400"/>
            <a:ext cx="1066800" cy="266700"/>
          </a:xfrm>
          <a:custGeom>
            <a:avLst/>
            <a:gdLst/>
            <a:ahLst/>
            <a:cxnLst/>
            <a:rect l="l" t="t" r="r" b="b"/>
            <a:pathLst>
              <a:path w="1066800" h="266700">
                <a:moveTo>
                  <a:pt x="133350" y="0"/>
                </a:moveTo>
                <a:lnTo>
                  <a:pt x="933450" y="0"/>
                </a:lnTo>
                <a:cubicBezTo>
                  <a:pt x="1007048" y="0"/>
                  <a:pt x="1066800" y="59752"/>
                  <a:pt x="1066800" y="133350"/>
                </a:cubicBezTo>
                <a:lnTo>
                  <a:pt x="1066800" y="133350"/>
                </a:lnTo>
                <a:cubicBezTo>
                  <a:pt x="1066800" y="206948"/>
                  <a:pt x="1007048" y="266700"/>
                  <a:pt x="933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477345" y="2819400"/>
            <a:ext cx="1133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reserveBook()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0300" y="1238250"/>
            <a:ext cx="5600700" cy="2076450"/>
          </a:xfrm>
          <a:custGeom>
            <a:avLst/>
            <a:gdLst/>
            <a:ahLst/>
            <a:cxnLst/>
            <a:rect l="l" t="t" r="r" b="b"/>
            <a:pathLst>
              <a:path w="5600700" h="2076450">
                <a:moveTo>
                  <a:pt x="38100" y="0"/>
                </a:moveTo>
                <a:lnTo>
                  <a:pt x="5562600" y="0"/>
                </a:lnTo>
                <a:cubicBezTo>
                  <a:pt x="5583642" y="0"/>
                  <a:pt x="5600700" y="17058"/>
                  <a:pt x="5600700" y="38100"/>
                </a:cubicBezTo>
                <a:lnTo>
                  <a:pt x="5600700" y="1962141"/>
                </a:lnTo>
                <a:cubicBezTo>
                  <a:pt x="5600700" y="2025272"/>
                  <a:pt x="5549522" y="2076450"/>
                  <a:pt x="5486391" y="2076450"/>
                </a:cubicBezTo>
                <a:lnTo>
                  <a:pt x="114309" y="2076450"/>
                </a:lnTo>
                <a:cubicBezTo>
                  <a:pt x="51178" y="2076450"/>
                  <a:pt x="0" y="2025272"/>
                  <a:pt x="0" y="19621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0300" y="12382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3" name="Shape 21"/>
          <p:cNvSpPr/>
          <p:nvPr/>
        </p:nvSpPr>
        <p:spPr>
          <a:xfrm>
            <a:off x="64389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4" name="Shape 22"/>
          <p:cNvSpPr/>
          <p:nvPr/>
        </p:nvSpPr>
        <p:spPr>
          <a:xfrm>
            <a:off x="6605588" y="1638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7124700" y="1600200"/>
            <a:ext cx="1000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Librarian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38900" y="217170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Responsibility: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Manages library operations including catalog maintenance, member verification, and book transactions.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38900" y="2819400"/>
            <a:ext cx="847725" cy="266700"/>
          </a:xfrm>
          <a:custGeom>
            <a:avLst/>
            <a:gdLst/>
            <a:ahLst/>
            <a:cxnLst/>
            <a:rect l="l" t="t" r="r" b="b"/>
            <a:pathLst>
              <a:path w="847725" h="266700">
                <a:moveTo>
                  <a:pt x="133350" y="0"/>
                </a:moveTo>
                <a:lnTo>
                  <a:pt x="714375" y="0"/>
                </a:lnTo>
                <a:cubicBezTo>
                  <a:pt x="787973" y="0"/>
                  <a:pt x="847725" y="59752"/>
                  <a:pt x="847725" y="133350"/>
                </a:cubicBezTo>
                <a:lnTo>
                  <a:pt x="847725" y="133350"/>
                </a:lnTo>
                <a:cubicBezTo>
                  <a:pt x="847725" y="206948"/>
                  <a:pt x="787973" y="266700"/>
                  <a:pt x="7143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38900" y="2819400"/>
            <a:ext cx="9144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addBook()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66843" y="2819400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133350" y="0"/>
                </a:moveTo>
                <a:lnTo>
                  <a:pt x="904875" y="0"/>
                </a:lnTo>
                <a:cubicBezTo>
                  <a:pt x="978473" y="0"/>
                  <a:pt x="1038225" y="59752"/>
                  <a:pt x="1038225" y="133350"/>
                </a:cubicBezTo>
                <a:lnTo>
                  <a:pt x="1038225" y="133350"/>
                </a:lnTo>
                <a:cubicBezTo>
                  <a:pt x="1038225" y="206948"/>
                  <a:pt x="978473" y="266700"/>
                  <a:pt x="9048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366843" y="2819400"/>
            <a:ext cx="11049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updateBook()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84543" y="2819400"/>
            <a:ext cx="1076325" cy="266700"/>
          </a:xfrm>
          <a:custGeom>
            <a:avLst/>
            <a:gdLst/>
            <a:ahLst/>
            <a:cxnLst/>
            <a:rect l="l" t="t" r="r" b="b"/>
            <a:pathLst>
              <a:path w="1076325" h="266700">
                <a:moveTo>
                  <a:pt x="133350" y="0"/>
                </a:moveTo>
                <a:lnTo>
                  <a:pt x="942975" y="0"/>
                </a:lnTo>
                <a:cubicBezTo>
                  <a:pt x="1016573" y="0"/>
                  <a:pt x="1076325" y="59752"/>
                  <a:pt x="1076325" y="133350"/>
                </a:cubicBezTo>
                <a:lnTo>
                  <a:pt x="1076325" y="133350"/>
                </a:lnTo>
                <a:cubicBezTo>
                  <a:pt x="1076325" y="206948"/>
                  <a:pt x="1016573" y="266700"/>
                  <a:pt x="9429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484543" y="2819400"/>
            <a:ext cx="11430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removeBook()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633645" y="2819400"/>
            <a:ext cx="1162050" cy="266700"/>
          </a:xfrm>
          <a:custGeom>
            <a:avLst/>
            <a:gdLst/>
            <a:ahLst/>
            <a:cxnLst/>
            <a:rect l="l" t="t" r="r" b="b"/>
            <a:pathLst>
              <a:path w="1162050" h="266700">
                <a:moveTo>
                  <a:pt x="133350" y="0"/>
                </a:moveTo>
                <a:lnTo>
                  <a:pt x="1028700" y="0"/>
                </a:lnTo>
                <a:cubicBezTo>
                  <a:pt x="1102298" y="0"/>
                  <a:pt x="1162050" y="59752"/>
                  <a:pt x="1162050" y="133350"/>
                </a:cubicBezTo>
                <a:lnTo>
                  <a:pt x="1162050" y="133350"/>
                </a:lnTo>
                <a:cubicBezTo>
                  <a:pt x="1162050" y="206948"/>
                  <a:pt x="1102298" y="266700"/>
                  <a:pt x="10287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633645" y="2819400"/>
            <a:ext cx="12287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verifyMember()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3562350"/>
            <a:ext cx="5600700" cy="2076450"/>
          </a:xfrm>
          <a:custGeom>
            <a:avLst/>
            <a:gdLst/>
            <a:ahLst/>
            <a:cxnLst/>
            <a:rect l="l" t="t" r="r" b="b"/>
            <a:pathLst>
              <a:path w="5600700" h="2076450">
                <a:moveTo>
                  <a:pt x="38100" y="0"/>
                </a:moveTo>
                <a:lnTo>
                  <a:pt x="5562600" y="0"/>
                </a:lnTo>
                <a:cubicBezTo>
                  <a:pt x="5583642" y="0"/>
                  <a:pt x="5600700" y="17058"/>
                  <a:pt x="5600700" y="38100"/>
                </a:cubicBezTo>
                <a:lnTo>
                  <a:pt x="5600700" y="1962141"/>
                </a:lnTo>
                <a:cubicBezTo>
                  <a:pt x="5600700" y="2025272"/>
                  <a:pt x="5549522" y="2076450"/>
                  <a:pt x="5486391" y="2076450"/>
                </a:cubicBezTo>
                <a:lnTo>
                  <a:pt x="114309" y="2076450"/>
                </a:lnTo>
                <a:cubicBezTo>
                  <a:pt x="51178" y="2076450"/>
                  <a:pt x="0" y="2025272"/>
                  <a:pt x="0" y="19621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1000" y="35623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7" name="Shape 35"/>
          <p:cNvSpPr/>
          <p:nvPr/>
        </p:nvSpPr>
        <p:spPr>
          <a:xfrm>
            <a:off x="609600" y="3810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8" name="Shape 36"/>
          <p:cNvSpPr/>
          <p:nvPr/>
        </p:nvSpPr>
        <p:spPr>
          <a:xfrm>
            <a:off x="776288" y="3962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9" name="Text 37"/>
          <p:cNvSpPr/>
          <p:nvPr/>
        </p:nvSpPr>
        <p:spPr>
          <a:xfrm>
            <a:off x="1295400" y="3924300"/>
            <a:ext cx="62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9600" y="449580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Responsibility: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Encapsulates book information and manages book status throughout its lifecycle in the library.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09600" y="5143500"/>
            <a:ext cx="457200" cy="266700"/>
          </a:xfrm>
          <a:custGeom>
            <a:avLst/>
            <a:gdLst/>
            <a:ahLst/>
            <a:cxnLst/>
            <a:rect l="l" t="t" r="r" b="b"/>
            <a:pathLst>
              <a:path w="457200" h="266700">
                <a:moveTo>
                  <a:pt x="133350" y="0"/>
                </a:moveTo>
                <a:lnTo>
                  <a:pt x="323850" y="0"/>
                </a:lnTo>
                <a:cubicBezTo>
                  <a:pt x="397448" y="0"/>
                  <a:pt x="457200" y="59752"/>
                  <a:pt x="457200" y="133350"/>
                </a:cubicBezTo>
                <a:lnTo>
                  <a:pt x="457200" y="133350"/>
                </a:lnTo>
                <a:cubicBezTo>
                  <a:pt x="457200" y="206948"/>
                  <a:pt x="397448" y="266700"/>
                  <a:pt x="3238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09600" y="5143500"/>
            <a:ext cx="523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title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39577" y="5143500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133350" y="0"/>
                </a:moveTo>
                <a:lnTo>
                  <a:pt x="495300" y="0"/>
                </a:lnTo>
                <a:cubicBezTo>
                  <a:pt x="568898" y="0"/>
                  <a:pt x="628650" y="59752"/>
                  <a:pt x="628650" y="133350"/>
                </a:cubicBezTo>
                <a:lnTo>
                  <a:pt x="628650" y="133350"/>
                </a:lnTo>
                <a:cubicBezTo>
                  <a:pt x="628650" y="206948"/>
                  <a:pt x="568898" y="266700"/>
                  <a:pt x="495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139577" y="5143500"/>
            <a:ext cx="6953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bookId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848445" y="5143500"/>
            <a:ext cx="609600" cy="266700"/>
          </a:xfrm>
          <a:custGeom>
            <a:avLst/>
            <a:gdLst/>
            <a:ahLst/>
            <a:cxnLst/>
            <a:rect l="l" t="t" r="r" b="b"/>
            <a:pathLst>
              <a:path w="609600" h="266700">
                <a:moveTo>
                  <a:pt x="133350" y="0"/>
                </a:moveTo>
                <a:lnTo>
                  <a:pt x="476250" y="0"/>
                </a:lnTo>
                <a:cubicBezTo>
                  <a:pt x="549848" y="0"/>
                  <a:pt x="609600" y="59752"/>
                  <a:pt x="609600" y="133350"/>
                </a:cubicBezTo>
                <a:lnTo>
                  <a:pt x="609600" y="133350"/>
                </a:lnTo>
                <a:cubicBezTo>
                  <a:pt x="609600" y="206948"/>
                  <a:pt x="549848" y="266700"/>
                  <a:pt x="4762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848445" y="5143500"/>
            <a:ext cx="6762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532906" y="5143500"/>
            <a:ext cx="1047750" cy="266700"/>
          </a:xfrm>
          <a:custGeom>
            <a:avLst/>
            <a:gdLst/>
            <a:ahLst/>
            <a:cxnLst/>
            <a:rect l="l" t="t" r="r" b="b"/>
            <a:pathLst>
              <a:path w="1047750" h="266700">
                <a:moveTo>
                  <a:pt x="133350" y="0"/>
                </a:moveTo>
                <a:lnTo>
                  <a:pt x="914400" y="0"/>
                </a:lnTo>
                <a:cubicBezTo>
                  <a:pt x="987998" y="0"/>
                  <a:pt x="1047750" y="59752"/>
                  <a:pt x="1047750" y="133350"/>
                </a:cubicBezTo>
                <a:lnTo>
                  <a:pt x="1047750" y="133350"/>
                </a:lnTo>
                <a:cubicBezTo>
                  <a:pt x="1047750" y="206948"/>
                  <a:pt x="987998" y="266700"/>
                  <a:pt x="9144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532906" y="5143500"/>
            <a:ext cx="11144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displayBook()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658642" y="5143500"/>
            <a:ext cx="1419225" cy="266700"/>
          </a:xfrm>
          <a:custGeom>
            <a:avLst/>
            <a:gdLst/>
            <a:ahLst/>
            <a:cxnLst/>
            <a:rect l="l" t="t" r="r" b="b"/>
            <a:pathLst>
              <a:path w="1419225" h="266700">
                <a:moveTo>
                  <a:pt x="133350" y="0"/>
                </a:moveTo>
                <a:lnTo>
                  <a:pt x="1285875" y="0"/>
                </a:lnTo>
                <a:cubicBezTo>
                  <a:pt x="1359473" y="0"/>
                  <a:pt x="1419225" y="59752"/>
                  <a:pt x="1419225" y="133350"/>
                </a:cubicBezTo>
                <a:lnTo>
                  <a:pt x="1419225" y="133350"/>
                </a:lnTo>
                <a:cubicBezTo>
                  <a:pt x="1419225" y="206948"/>
                  <a:pt x="1359473" y="266700"/>
                  <a:pt x="12858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658642" y="5143500"/>
            <a:ext cx="14859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updateBookStatus()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10300" y="3562350"/>
            <a:ext cx="5600700" cy="2076450"/>
          </a:xfrm>
          <a:custGeom>
            <a:avLst/>
            <a:gdLst/>
            <a:ahLst/>
            <a:cxnLst/>
            <a:rect l="l" t="t" r="r" b="b"/>
            <a:pathLst>
              <a:path w="5600700" h="2076450">
                <a:moveTo>
                  <a:pt x="38100" y="0"/>
                </a:moveTo>
                <a:lnTo>
                  <a:pt x="5562600" y="0"/>
                </a:lnTo>
                <a:cubicBezTo>
                  <a:pt x="5583642" y="0"/>
                  <a:pt x="5600700" y="17058"/>
                  <a:pt x="5600700" y="38100"/>
                </a:cubicBezTo>
                <a:lnTo>
                  <a:pt x="5600700" y="1962141"/>
                </a:lnTo>
                <a:cubicBezTo>
                  <a:pt x="5600700" y="2025272"/>
                  <a:pt x="5549522" y="2076450"/>
                  <a:pt x="5486391" y="2076450"/>
                </a:cubicBezTo>
                <a:lnTo>
                  <a:pt x="114309" y="2076450"/>
                </a:lnTo>
                <a:cubicBezTo>
                  <a:pt x="51178" y="2076450"/>
                  <a:pt x="0" y="2025272"/>
                  <a:pt x="0" y="19621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10300" y="35623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3" name="Shape 51"/>
          <p:cNvSpPr/>
          <p:nvPr/>
        </p:nvSpPr>
        <p:spPr>
          <a:xfrm>
            <a:off x="6438900" y="3810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4" name="Shape 52"/>
          <p:cNvSpPr/>
          <p:nvPr/>
        </p:nvSpPr>
        <p:spPr>
          <a:xfrm>
            <a:off x="6605588" y="3962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5" name="Text 53"/>
          <p:cNvSpPr/>
          <p:nvPr/>
        </p:nvSpPr>
        <p:spPr>
          <a:xfrm>
            <a:off x="7124700" y="3924300"/>
            <a:ext cx="1771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LibraryDatabase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38900" y="449580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Responsibility: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Handles persistent storage and retrieval of all library data including books and member records.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38900" y="5143500"/>
            <a:ext cx="552450" cy="266700"/>
          </a:xfrm>
          <a:custGeom>
            <a:avLst/>
            <a:gdLst/>
            <a:ahLst/>
            <a:cxnLst/>
            <a:rect l="l" t="t" r="r" b="b"/>
            <a:pathLst>
              <a:path w="552450" h="266700">
                <a:moveTo>
                  <a:pt x="133350" y="0"/>
                </a:moveTo>
                <a:lnTo>
                  <a:pt x="419100" y="0"/>
                </a:lnTo>
                <a:cubicBezTo>
                  <a:pt x="492698" y="0"/>
                  <a:pt x="552450" y="59752"/>
                  <a:pt x="552450" y="133350"/>
                </a:cubicBezTo>
                <a:lnTo>
                  <a:pt x="552450" y="133350"/>
                </a:lnTo>
                <a:cubicBezTo>
                  <a:pt x="552450" y="206948"/>
                  <a:pt x="492698" y="266700"/>
                  <a:pt x="4191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438900" y="5143500"/>
            <a:ext cx="6191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add()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068145" y="5143500"/>
            <a:ext cx="695325" cy="266700"/>
          </a:xfrm>
          <a:custGeom>
            <a:avLst/>
            <a:gdLst/>
            <a:ahLst/>
            <a:cxnLst/>
            <a:rect l="l" t="t" r="r" b="b"/>
            <a:pathLst>
              <a:path w="695325" h="266700">
                <a:moveTo>
                  <a:pt x="133350" y="0"/>
                </a:moveTo>
                <a:lnTo>
                  <a:pt x="561975" y="0"/>
                </a:lnTo>
                <a:cubicBezTo>
                  <a:pt x="635573" y="0"/>
                  <a:pt x="695325" y="59752"/>
                  <a:pt x="695325" y="133350"/>
                </a:cubicBezTo>
                <a:lnTo>
                  <a:pt x="695325" y="133350"/>
                </a:lnTo>
                <a:cubicBezTo>
                  <a:pt x="695325" y="206948"/>
                  <a:pt x="635573" y="266700"/>
                  <a:pt x="5619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7068145" y="5143500"/>
            <a:ext cx="7620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delete()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842647" y="5143500"/>
            <a:ext cx="742950" cy="266700"/>
          </a:xfrm>
          <a:custGeom>
            <a:avLst/>
            <a:gdLst/>
            <a:ahLst/>
            <a:cxnLst/>
            <a:rect l="l" t="t" r="r" b="b"/>
            <a:pathLst>
              <a:path w="742950" h="266700">
                <a:moveTo>
                  <a:pt x="133350" y="0"/>
                </a:moveTo>
                <a:lnTo>
                  <a:pt x="609600" y="0"/>
                </a:lnTo>
                <a:cubicBezTo>
                  <a:pt x="683198" y="0"/>
                  <a:pt x="742950" y="59752"/>
                  <a:pt x="742950" y="133350"/>
                </a:cubicBezTo>
                <a:lnTo>
                  <a:pt x="742950" y="133350"/>
                </a:lnTo>
                <a:cubicBezTo>
                  <a:pt x="742950" y="206948"/>
                  <a:pt x="683198" y="266700"/>
                  <a:pt x="6096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7842647" y="5143500"/>
            <a:ext cx="809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update()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661648" y="5143500"/>
            <a:ext cx="723900" cy="266700"/>
          </a:xfrm>
          <a:custGeom>
            <a:avLst/>
            <a:gdLst/>
            <a:ahLst/>
            <a:cxnLst/>
            <a:rect l="l" t="t" r="r" b="b"/>
            <a:pathLst>
              <a:path w="723900" h="266700">
                <a:moveTo>
                  <a:pt x="133350" y="0"/>
                </a:moveTo>
                <a:lnTo>
                  <a:pt x="590550" y="0"/>
                </a:lnTo>
                <a:cubicBezTo>
                  <a:pt x="664148" y="0"/>
                  <a:pt x="723900" y="59752"/>
                  <a:pt x="723900" y="133350"/>
                </a:cubicBezTo>
                <a:lnTo>
                  <a:pt x="723900" y="133350"/>
                </a:lnTo>
                <a:cubicBezTo>
                  <a:pt x="723900" y="206948"/>
                  <a:pt x="664148" y="266700"/>
                  <a:pt x="5905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8661648" y="5143500"/>
            <a:ext cx="7905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search()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463236" y="5143500"/>
            <a:ext cx="752475" cy="266700"/>
          </a:xfrm>
          <a:custGeom>
            <a:avLst/>
            <a:gdLst/>
            <a:ahLst/>
            <a:cxnLst/>
            <a:rect l="l" t="t" r="r" b="b"/>
            <a:pathLst>
              <a:path w="752475" h="266700">
                <a:moveTo>
                  <a:pt x="133350" y="0"/>
                </a:moveTo>
                <a:lnTo>
                  <a:pt x="619125" y="0"/>
                </a:lnTo>
                <a:cubicBezTo>
                  <a:pt x="692723" y="0"/>
                  <a:pt x="752475" y="59752"/>
                  <a:pt x="752475" y="133350"/>
                </a:cubicBezTo>
                <a:lnTo>
                  <a:pt x="752475" y="133350"/>
                </a:lnTo>
                <a:cubicBezTo>
                  <a:pt x="752475" y="206948"/>
                  <a:pt x="692723" y="266700"/>
                  <a:pt x="6191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9463236" y="5143500"/>
            <a:ext cx="8191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display()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81000" y="5867400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800100"/>
                </a:lnTo>
                <a:cubicBezTo>
                  <a:pt x="11430000" y="863184"/>
                  <a:pt x="11378784" y="914400"/>
                  <a:pt x="11315700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5F73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71500" y="609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9" name="Shape 67"/>
          <p:cNvSpPr/>
          <p:nvPr/>
        </p:nvSpPr>
        <p:spPr>
          <a:xfrm>
            <a:off x="681038" y="62293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70" name="Text 68"/>
          <p:cNvSpPr/>
          <p:nvPr/>
        </p:nvSpPr>
        <p:spPr>
          <a:xfrm>
            <a:off x="1181100" y="6057900"/>
            <a:ext cx="10534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LibraryManagementSystem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81100" y="636270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Responsibility:</a:t>
            </a: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Central coordinator that manages user authentication, account creation, and system-wide operations.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608" y="351608"/>
            <a:ext cx="70322" cy="421929"/>
          </a:xfrm>
          <a:custGeom>
            <a:avLst/>
            <a:gdLst/>
            <a:ahLst/>
            <a:cxnLst/>
            <a:rect l="l" t="t" r="r" b="b"/>
            <a:pathLst>
              <a:path w="70322" h="421929">
                <a:moveTo>
                  <a:pt x="0" y="0"/>
                </a:moveTo>
                <a:lnTo>
                  <a:pt x="70322" y="0"/>
                </a:lnTo>
                <a:lnTo>
                  <a:pt x="70322" y="421929"/>
                </a:lnTo>
                <a:lnTo>
                  <a:pt x="0" y="421929"/>
                </a:lnTo>
                <a:lnTo>
                  <a:pt x="0" y="0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" name="Text 1"/>
          <p:cNvSpPr/>
          <p:nvPr/>
        </p:nvSpPr>
        <p:spPr>
          <a:xfrm>
            <a:off x="562572" y="351608"/>
            <a:ext cx="5810319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2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Sequence Diagram — Purpose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2572" y="879019"/>
            <a:ext cx="843859" cy="35161"/>
          </a:xfrm>
          <a:custGeom>
            <a:avLst/>
            <a:gdLst/>
            <a:ahLst/>
            <a:cxnLst/>
            <a:rect l="l" t="t" r="r" b="b"/>
            <a:pathLst>
              <a:path w="843859" h="35161">
                <a:moveTo>
                  <a:pt x="0" y="0"/>
                </a:moveTo>
                <a:lnTo>
                  <a:pt x="843859" y="0"/>
                </a:lnTo>
                <a:lnTo>
                  <a:pt x="843859" y="35161"/>
                </a:lnTo>
                <a:lnTo>
                  <a:pt x="0" y="35161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" name="Shape 3"/>
          <p:cNvSpPr/>
          <p:nvPr/>
        </p:nvSpPr>
        <p:spPr>
          <a:xfrm>
            <a:off x="369188" y="1125145"/>
            <a:ext cx="4579691" cy="1089984"/>
          </a:xfrm>
          <a:custGeom>
            <a:avLst/>
            <a:gdLst/>
            <a:ahLst/>
            <a:cxnLst/>
            <a:rect l="l" t="t" r="r" b="b"/>
            <a:pathLst>
              <a:path w="4579691" h="1089984">
                <a:moveTo>
                  <a:pt x="35161" y="0"/>
                </a:moveTo>
                <a:lnTo>
                  <a:pt x="4474214" y="0"/>
                </a:lnTo>
                <a:cubicBezTo>
                  <a:pt x="4532467" y="0"/>
                  <a:pt x="4579691" y="47224"/>
                  <a:pt x="4579691" y="105478"/>
                </a:cubicBezTo>
                <a:lnTo>
                  <a:pt x="4579691" y="984506"/>
                </a:lnTo>
                <a:cubicBezTo>
                  <a:pt x="4579691" y="1042760"/>
                  <a:pt x="4532467" y="1089984"/>
                  <a:pt x="4474214" y="1089984"/>
                </a:cubicBezTo>
                <a:lnTo>
                  <a:pt x="35161" y="1089984"/>
                </a:lnTo>
                <a:cubicBezTo>
                  <a:pt x="15742" y="1089984"/>
                  <a:pt x="0" y="1074242"/>
                  <a:pt x="0" y="1054823"/>
                </a:cubicBezTo>
                <a:lnTo>
                  <a:pt x="0" y="35161"/>
                </a:lnTo>
                <a:cubicBezTo>
                  <a:pt x="0" y="15742"/>
                  <a:pt x="15742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741" dist="351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9188" y="1125145"/>
            <a:ext cx="35161" cy="1089984"/>
          </a:xfrm>
          <a:custGeom>
            <a:avLst/>
            <a:gdLst/>
            <a:ahLst/>
            <a:cxnLst/>
            <a:rect l="l" t="t" r="r" b="b"/>
            <a:pathLst>
              <a:path w="35161" h="1089984">
                <a:moveTo>
                  <a:pt x="35161" y="0"/>
                </a:moveTo>
                <a:lnTo>
                  <a:pt x="35161" y="0"/>
                </a:lnTo>
                <a:lnTo>
                  <a:pt x="35161" y="1089984"/>
                </a:lnTo>
                <a:lnTo>
                  <a:pt x="35161" y="1089984"/>
                </a:lnTo>
                <a:cubicBezTo>
                  <a:pt x="15755" y="1089984"/>
                  <a:pt x="0" y="1074229"/>
                  <a:pt x="0" y="105482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7" name="Shape 5"/>
          <p:cNvSpPr/>
          <p:nvPr/>
        </p:nvSpPr>
        <p:spPr>
          <a:xfrm>
            <a:off x="588943" y="1318529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105482" y="210965"/>
                </a:moveTo>
                <a:cubicBezTo>
                  <a:pt x="163700" y="210965"/>
                  <a:pt x="210965" y="163700"/>
                  <a:pt x="210965" y="105482"/>
                </a:cubicBezTo>
                <a:cubicBezTo>
                  <a:pt x="210965" y="47265"/>
                  <a:pt x="163700" y="0"/>
                  <a:pt x="105482" y="0"/>
                </a:cubicBezTo>
                <a:cubicBezTo>
                  <a:pt x="47265" y="0"/>
                  <a:pt x="0" y="47265"/>
                  <a:pt x="0" y="105482"/>
                </a:cubicBezTo>
                <a:cubicBezTo>
                  <a:pt x="0" y="163700"/>
                  <a:pt x="47265" y="210965"/>
                  <a:pt x="105482" y="210965"/>
                </a:cubicBezTo>
                <a:close/>
                <a:moveTo>
                  <a:pt x="140259" y="87641"/>
                </a:moveTo>
                <a:lnTo>
                  <a:pt x="107295" y="140382"/>
                </a:lnTo>
                <a:cubicBezTo>
                  <a:pt x="105565" y="143143"/>
                  <a:pt x="102598" y="144873"/>
                  <a:pt x="99343" y="145038"/>
                </a:cubicBezTo>
                <a:cubicBezTo>
                  <a:pt x="96088" y="145203"/>
                  <a:pt x="92956" y="143720"/>
                  <a:pt x="91020" y="141083"/>
                </a:cubicBezTo>
                <a:lnTo>
                  <a:pt x="71242" y="114712"/>
                </a:lnTo>
                <a:cubicBezTo>
                  <a:pt x="67945" y="110344"/>
                  <a:pt x="68852" y="104164"/>
                  <a:pt x="73220" y="100867"/>
                </a:cubicBezTo>
                <a:cubicBezTo>
                  <a:pt x="77587" y="97571"/>
                  <a:pt x="83768" y="98478"/>
                  <a:pt x="87064" y="102845"/>
                </a:cubicBezTo>
                <a:lnTo>
                  <a:pt x="98189" y="117679"/>
                </a:lnTo>
                <a:lnTo>
                  <a:pt x="123489" y="77175"/>
                </a:lnTo>
                <a:cubicBezTo>
                  <a:pt x="126373" y="72560"/>
                  <a:pt x="132471" y="71118"/>
                  <a:pt x="137127" y="74044"/>
                </a:cubicBezTo>
                <a:cubicBezTo>
                  <a:pt x="141783" y="76969"/>
                  <a:pt x="143184" y="83026"/>
                  <a:pt x="140259" y="87682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8" name="Text 6"/>
          <p:cNvSpPr/>
          <p:nvPr/>
        </p:nvSpPr>
        <p:spPr>
          <a:xfrm>
            <a:off x="931761" y="1300949"/>
            <a:ext cx="2012955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Interaction 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2572" y="1617396"/>
            <a:ext cx="4280825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Illustrates how objects communicate and collaborate during system execution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9188" y="2355772"/>
            <a:ext cx="4579691" cy="1089984"/>
          </a:xfrm>
          <a:custGeom>
            <a:avLst/>
            <a:gdLst/>
            <a:ahLst/>
            <a:cxnLst/>
            <a:rect l="l" t="t" r="r" b="b"/>
            <a:pathLst>
              <a:path w="4579691" h="1089984">
                <a:moveTo>
                  <a:pt x="35161" y="0"/>
                </a:moveTo>
                <a:lnTo>
                  <a:pt x="4474214" y="0"/>
                </a:lnTo>
                <a:cubicBezTo>
                  <a:pt x="4532467" y="0"/>
                  <a:pt x="4579691" y="47224"/>
                  <a:pt x="4579691" y="105478"/>
                </a:cubicBezTo>
                <a:lnTo>
                  <a:pt x="4579691" y="984506"/>
                </a:lnTo>
                <a:cubicBezTo>
                  <a:pt x="4579691" y="1042760"/>
                  <a:pt x="4532467" y="1089984"/>
                  <a:pt x="4474214" y="1089984"/>
                </a:cubicBezTo>
                <a:lnTo>
                  <a:pt x="35161" y="1089984"/>
                </a:lnTo>
                <a:cubicBezTo>
                  <a:pt x="15742" y="1089984"/>
                  <a:pt x="0" y="1074242"/>
                  <a:pt x="0" y="1054823"/>
                </a:cubicBezTo>
                <a:lnTo>
                  <a:pt x="0" y="35161"/>
                </a:lnTo>
                <a:cubicBezTo>
                  <a:pt x="0" y="15742"/>
                  <a:pt x="15742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741" dist="351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9188" y="2355772"/>
            <a:ext cx="35161" cy="1089984"/>
          </a:xfrm>
          <a:custGeom>
            <a:avLst/>
            <a:gdLst/>
            <a:ahLst/>
            <a:cxnLst/>
            <a:rect l="l" t="t" r="r" b="b"/>
            <a:pathLst>
              <a:path w="35161" h="1089984">
                <a:moveTo>
                  <a:pt x="35161" y="0"/>
                </a:moveTo>
                <a:lnTo>
                  <a:pt x="35161" y="0"/>
                </a:lnTo>
                <a:lnTo>
                  <a:pt x="35161" y="1089984"/>
                </a:lnTo>
                <a:lnTo>
                  <a:pt x="35161" y="1089984"/>
                </a:lnTo>
                <a:cubicBezTo>
                  <a:pt x="15755" y="1089984"/>
                  <a:pt x="0" y="1074229"/>
                  <a:pt x="0" y="105482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2" name="Shape 10"/>
          <p:cNvSpPr/>
          <p:nvPr/>
        </p:nvSpPr>
        <p:spPr>
          <a:xfrm>
            <a:off x="588943" y="2549156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105482" y="210965"/>
                </a:moveTo>
                <a:cubicBezTo>
                  <a:pt x="163700" y="210965"/>
                  <a:pt x="210965" y="163700"/>
                  <a:pt x="210965" y="105482"/>
                </a:cubicBezTo>
                <a:cubicBezTo>
                  <a:pt x="210965" y="47265"/>
                  <a:pt x="163700" y="0"/>
                  <a:pt x="105482" y="0"/>
                </a:cubicBezTo>
                <a:cubicBezTo>
                  <a:pt x="47265" y="0"/>
                  <a:pt x="0" y="47265"/>
                  <a:pt x="0" y="105482"/>
                </a:cubicBezTo>
                <a:cubicBezTo>
                  <a:pt x="0" y="163700"/>
                  <a:pt x="47265" y="210965"/>
                  <a:pt x="105482" y="210965"/>
                </a:cubicBezTo>
                <a:close/>
                <a:moveTo>
                  <a:pt x="140259" y="87641"/>
                </a:moveTo>
                <a:lnTo>
                  <a:pt x="107295" y="140382"/>
                </a:lnTo>
                <a:cubicBezTo>
                  <a:pt x="105565" y="143143"/>
                  <a:pt x="102598" y="144873"/>
                  <a:pt x="99343" y="145038"/>
                </a:cubicBezTo>
                <a:cubicBezTo>
                  <a:pt x="96088" y="145203"/>
                  <a:pt x="92956" y="143720"/>
                  <a:pt x="91020" y="141083"/>
                </a:cubicBezTo>
                <a:lnTo>
                  <a:pt x="71242" y="114712"/>
                </a:lnTo>
                <a:cubicBezTo>
                  <a:pt x="67945" y="110344"/>
                  <a:pt x="68852" y="104164"/>
                  <a:pt x="73220" y="100867"/>
                </a:cubicBezTo>
                <a:cubicBezTo>
                  <a:pt x="77587" y="97571"/>
                  <a:pt x="83768" y="98478"/>
                  <a:pt x="87064" y="102845"/>
                </a:cubicBezTo>
                <a:lnTo>
                  <a:pt x="98189" y="117679"/>
                </a:lnTo>
                <a:lnTo>
                  <a:pt x="123489" y="77175"/>
                </a:lnTo>
                <a:cubicBezTo>
                  <a:pt x="126373" y="72560"/>
                  <a:pt x="132471" y="71118"/>
                  <a:pt x="137127" y="74044"/>
                </a:cubicBezTo>
                <a:cubicBezTo>
                  <a:pt x="141783" y="76969"/>
                  <a:pt x="143184" y="83026"/>
                  <a:pt x="140259" y="87682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3" name="Text 11"/>
          <p:cNvSpPr/>
          <p:nvPr/>
        </p:nvSpPr>
        <p:spPr>
          <a:xfrm>
            <a:off x="931761" y="2531576"/>
            <a:ext cx="1731668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 Issuing Process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2572" y="2848023"/>
            <a:ext cx="4280825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Models the complete transaction flow from search request to book issuance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9188" y="3586399"/>
            <a:ext cx="4579691" cy="1089984"/>
          </a:xfrm>
          <a:custGeom>
            <a:avLst/>
            <a:gdLst/>
            <a:ahLst/>
            <a:cxnLst/>
            <a:rect l="l" t="t" r="r" b="b"/>
            <a:pathLst>
              <a:path w="4579691" h="1089984">
                <a:moveTo>
                  <a:pt x="35161" y="0"/>
                </a:moveTo>
                <a:lnTo>
                  <a:pt x="4474214" y="0"/>
                </a:lnTo>
                <a:cubicBezTo>
                  <a:pt x="4532467" y="0"/>
                  <a:pt x="4579691" y="47224"/>
                  <a:pt x="4579691" y="105478"/>
                </a:cubicBezTo>
                <a:lnTo>
                  <a:pt x="4579691" y="984506"/>
                </a:lnTo>
                <a:cubicBezTo>
                  <a:pt x="4579691" y="1042760"/>
                  <a:pt x="4532467" y="1089984"/>
                  <a:pt x="4474214" y="1089984"/>
                </a:cubicBezTo>
                <a:lnTo>
                  <a:pt x="35161" y="1089984"/>
                </a:lnTo>
                <a:cubicBezTo>
                  <a:pt x="15742" y="1089984"/>
                  <a:pt x="0" y="1074242"/>
                  <a:pt x="0" y="1054823"/>
                </a:cubicBezTo>
                <a:lnTo>
                  <a:pt x="0" y="35161"/>
                </a:lnTo>
                <a:cubicBezTo>
                  <a:pt x="0" y="15742"/>
                  <a:pt x="15742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741" dist="351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9188" y="3586399"/>
            <a:ext cx="35161" cy="1089984"/>
          </a:xfrm>
          <a:custGeom>
            <a:avLst/>
            <a:gdLst/>
            <a:ahLst/>
            <a:cxnLst/>
            <a:rect l="l" t="t" r="r" b="b"/>
            <a:pathLst>
              <a:path w="35161" h="1089984">
                <a:moveTo>
                  <a:pt x="35161" y="0"/>
                </a:moveTo>
                <a:lnTo>
                  <a:pt x="35161" y="0"/>
                </a:lnTo>
                <a:lnTo>
                  <a:pt x="35161" y="1089984"/>
                </a:lnTo>
                <a:lnTo>
                  <a:pt x="35161" y="1089984"/>
                </a:lnTo>
                <a:cubicBezTo>
                  <a:pt x="15755" y="1089984"/>
                  <a:pt x="0" y="1074229"/>
                  <a:pt x="0" y="105482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7" name="Shape 15"/>
          <p:cNvSpPr/>
          <p:nvPr/>
        </p:nvSpPr>
        <p:spPr>
          <a:xfrm>
            <a:off x="588943" y="3779784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105482" y="210965"/>
                </a:moveTo>
                <a:cubicBezTo>
                  <a:pt x="163700" y="210965"/>
                  <a:pt x="210965" y="163700"/>
                  <a:pt x="210965" y="105482"/>
                </a:cubicBezTo>
                <a:cubicBezTo>
                  <a:pt x="210965" y="47265"/>
                  <a:pt x="163700" y="0"/>
                  <a:pt x="105482" y="0"/>
                </a:cubicBezTo>
                <a:cubicBezTo>
                  <a:pt x="47265" y="0"/>
                  <a:pt x="0" y="47265"/>
                  <a:pt x="0" y="105482"/>
                </a:cubicBezTo>
                <a:cubicBezTo>
                  <a:pt x="0" y="163700"/>
                  <a:pt x="47265" y="210965"/>
                  <a:pt x="105482" y="210965"/>
                </a:cubicBezTo>
                <a:close/>
                <a:moveTo>
                  <a:pt x="140259" y="87641"/>
                </a:moveTo>
                <a:lnTo>
                  <a:pt x="107295" y="140382"/>
                </a:lnTo>
                <a:cubicBezTo>
                  <a:pt x="105565" y="143143"/>
                  <a:pt x="102598" y="144873"/>
                  <a:pt x="99343" y="145038"/>
                </a:cubicBezTo>
                <a:cubicBezTo>
                  <a:pt x="96088" y="145203"/>
                  <a:pt x="92956" y="143720"/>
                  <a:pt x="91020" y="141083"/>
                </a:cubicBezTo>
                <a:lnTo>
                  <a:pt x="71242" y="114712"/>
                </a:lnTo>
                <a:cubicBezTo>
                  <a:pt x="67945" y="110344"/>
                  <a:pt x="68852" y="104164"/>
                  <a:pt x="73220" y="100867"/>
                </a:cubicBezTo>
                <a:cubicBezTo>
                  <a:pt x="77587" y="97571"/>
                  <a:pt x="83768" y="98478"/>
                  <a:pt x="87064" y="102845"/>
                </a:cubicBezTo>
                <a:lnTo>
                  <a:pt x="98189" y="117679"/>
                </a:lnTo>
                <a:lnTo>
                  <a:pt x="123489" y="77175"/>
                </a:lnTo>
                <a:cubicBezTo>
                  <a:pt x="126373" y="72560"/>
                  <a:pt x="132471" y="71118"/>
                  <a:pt x="137127" y="74044"/>
                </a:cubicBezTo>
                <a:cubicBezTo>
                  <a:pt x="141783" y="76969"/>
                  <a:pt x="143184" y="83026"/>
                  <a:pt x="140259" y="87682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8" name="Text 16"/>
          <p:cNvSpPr/>
          <p:nvPr/>
        </p:nvSpPr>
        <p:spPr>
          <a:xfrm>
            <a:off x="931761" y="3762203"/>
            <a:ext cx="2021745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Time-Ordered Messages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572" y="4078650"/>
            <a:ext cx="4280825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Shows chronological sequence of method calls and responses between objects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1608" y="4781865"/>
            <a:ext cx="4597272" cy="2039325"/>
          </a:xfrm>
          <a:custGeom>
            <a:avLst/>
            <a:gdLst/>
            <a:ahLst/>
            <a:cxnLst/>
            <a:rect l="l" t="t" r="r" b="b"/>
            <a:pathLst>
              <a:path w="4597272" h="2039325">
                <a:moveTo>
                  <a:pt x="105474" y="0"/>
                </a:moveTo>
                <a:lnTo>
                  <a:pt x="4491798" y="0"/>
                </a:lnTo>
                <a:cubicBezTo>
                  <a:pt x="4550050" y="0"/>
                  <a:pt x="4597272" y="47222"/>
                  <a:pt x="4597272" y="105474"/>
                </a:cubicBezTo>
                <a:lnTo>
                  <a:pt x="4597272" y="1933851"/>
                </a:lnTo>
                <a:cubicBezTo>
                  <a:pt x="4597272" y="1992103"/>
                  <a:pt x="4550050" y="2039325"/>
                  <a:pt x="4491798" y="2039325"/>
                </a:cubicBezTo>
                <a:lnTo>
                  <a:pt x="105474" y="2039325"/>
                </a:lnTo>
                <a:cubicBezTo>
                  <a:pt x="47222" y="2039325"/>
                  <a:pt x="0" y="1992103"/>
                  <a:pt x="0" y="1933851"/>
                </a:cubicBezTo>
                <a:lnTo>
                  <a:pt x="0" y="105474"/>
                </a:lnTo>
                <a:cubicBezTo>
                  <a:pt x="0" y="47261"/>
                  <a:pt x="47261" y="0"/>
                  <a:pt x="105474" y="0"/>
                </a:cubicBezTo>
                <a:close/>
              </a:path>
            </a:pathLst>
          </a:custGeom>
          <a:solidFill>
            <a:srgbClr val="0A9396"/>
          </a:solidFill>
          <a:ln/>
          <a:effectLst>
            <a:outerShdw blurRad="52741" dist="351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7412" y="4992831"/>
            <a:ext cx="432477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Flows Modeled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0153" y="5379599"/>
            <a:ext cx="70322" cy="140643"/>
          </a:xfrm>
          <a:custGeom>
            <a:avLst/>
            <a:gdLst/>
            <a:ahLst/>
            <a:cxnLst/>
            <a:rect l="l" t="t" r="r" b="b"/>
            <a:pathLst>
              <a:path w="70322" h="140643">
                <a:moveTo>
                  <a:pt x="67877" y="64113"/>
                </a:moveTo>
                <a:cubicBezTo>
                  <a:pt x="71310" y="67547"/>
                  <a:pt x="71310" y="73123"/>
                  <a:pt x="67877" y="76557"/>
                </a:cubicBezTo>
                <a:lnTo>
                  <a:pt x="23926" y="120508"/>
                </a:lnTo>
                <a:cubicBezTo>
                  <a:pt x="20492" y="123942"/>
                  <a:pt x="14916" y="123942"/>
                  <a:pt x="11482" y="120508"/>
                </a:cubicBezTo>
                <a:cubicBezTo>
                  <a:pt x="8049" y="117074"/>
                  <a:pt x="8049" y="111498"/>
                  <a:pt x="11482" y="108064"/>
                </a:cubicBezTo>
                <a:lnTo>
                  <a:pt x="49225" y="70322"/>
                </a:lnTo>
                <a:lnTo>
                  <a:pt x="11510" y="32579"/>
                </a:lnTo>
                <a:cubicBezTo>
                  <a:pt x="8076" y="29145"/>
                  <a:pt x="8076" y="23569"/>
                  <a:pt x="11510" y="20135"/>
                </a:cubicBezTo>
                <a:cubicBezTo>
                  <a:pt x="14943" y="16701"/>
                  <a:pt x="20520" y="16701"/>
                  <a:pt x="23953" y="20135"/>
                </a:cubicBezTo>
                <a:lnTo>
                  <a:pt x="67904" y="64086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751888" y="5344438"/>
            <a:ext cx="409150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 return and renewal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0153" y="5660885"/>
            <a:ext cx="70322" cy="140643"/>
          </a:xfrm>
          <a:custGeom>
            <a:avLst/>
            <a:gdLst/>
            <a:ahLst/>
            <a:cxnLst/>
            <a:rect l="l" t="t" r="r" b="b"/>
            <a:pathLst>
              <a:path w="70322" h="140643">
                <a:moveTo>
                  <a:pt x="67877" y="64113"/>
                </a:moveTo>
                <a:cubicBezTo>
                  <a:pt x="71310" y="67547"/>
                  <a:pt x="71310" y="73123"/>
                  <a:pt x="67877" y="76557"/>
                </a:cubicBezTo>
                <a:lnTo>
                  <a:pt x="23926" y="120508"/>
                </a:lnTo>
                <a:cubicBezTo>
                  <a:pt x="20492" y="123942"/>
                  <a:pt x="14916" y="123942"/>
                  <a:pt x="11482" y="120508"/>
                </a:cubicBezTo>
                <a:cubicBezTo>
                  <a:pt x="8049" y="117074"/>
                  <a:pt x="8049" y="111498"/>
                  <a:pt x="11482" y="108064"/>
                </a:cubicBezTo>
                <a:lnTo>
                  <a:pt x="49225" y="70322"/>
                </a:lnTo>
                <a:lnTo>
                  <a:pt x="11510" y="32579"/>
                </a:lnTo>
                <a:cubicBezTo>
                  <a:pt x="8076" y="29145"/>
                  <a:pt x="8076" y="23569"/>
                  <a:pt x="11510" y="20135"/>
                </a:cubicBezTo>
                <a:cubicBezTo>
                  <a:pt x="14943" y="16701"/>
                  <a:pt x="20520" y="16701"/>
                  <a:pt x="23953" y="20135"/>
                </a:cubicBezTo>
                <a:lnTo>
                  <a:pt x="67904" y="64086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751888" y="5625725"/>
            <a:ext cx="409150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Overdue notification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0153" y="5942172"/>
            <a:ext cx="70322" cy="140643"/>
          </a:xfrm>
          <a:custGeom>
            <a:avLst/>
            <a:gdLst/>
            <a:ahLst/>
            <a:cxnLst/>
            <a:rect l="l" t="t" r="r" b="b"/>
            <a:pathLst>
              <a:path w="70322" h="140643">
                <a:moveTo>
                  <a:pt x="67877" y="64113"/>
                </a:moveTo>
                <a:cubicBezTo>
                  <a:pt x="71310" y="67547"/>
                  <a:pt x="71310" y="73123"/>
                  <a:pt x="67877" y="76557"/>
                </a:cubicBezTo>
                <a:lnTo>
                  <a:pt x="23926" y="120508"/>
                </a:lnTo>
                <a:cubicBezTo>
                  <a:pt x="20492" y="123942"/>
                  <a:pt x="14916" y="123942"/>
                  <a:pt x="11482" y="120508"/>
                </a:cubicBezTo>
                <a:cubicBezTo>
                  <a:pt x="8049" y="117074"/>
                  <a:pt x="8049" y="111498"/>
                  <a:pt x="11482" y="108064"/>
                </a:cubicBezTo>
                <a:lnTo>
                  <a:pt x="49225" y="70322"/>
                </a:lnTo>
                <a:lnTo>
                  <a:pt x="11510" y="32579"/>
                </a:lnTo>
                <a:cubicBezTo>
                  <a:pt x="8076" y="29145"/>
                  <a:pt x="8076" y="23569"/>
                  <a:pt x="11510" y="20135"/>
                </a:cubicBezTo>
                <a:cubicBezTo>
                  <a:pt x="14943" y="16701"/>
                  <a:pt x="20520" y="16701"/>
                  <a:pt x="23953" y="20135"/>
                </a:cubicBezTo>
                <a:lnTo>
                  <a:pt x="67904" y="64086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751888" y="5907011"/>
            <a:ext cx="409150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 calculation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0153" y="6223458"/>
            <a:ext cx="70322" cy="140643"/>
          </a:xfrm>
          <a:custGeom>
            <a:avLst/>
            <a:gdLst/>
            <a:ahLst/>
            <a:cxnLst/>
            <a:rect l="l" t="t" r="r" b="b"/>
            <a:pathLst>
              <a:path w="70322" h="140643">
                <a:moveTo>
                  <a:pt x="67877" y="64113"/>
                </a:moveTo>
                <a:cubicBezTo>
                  <a:pt x="71310" y="67547"/>
                  <a:pt x="71310" y="73123"/>
                  <a:pt x="67877" y="76557"/>
                </a:cubicBezTo>
                <a:lnTo>
                  <a:pt x="23926" y="120508"/>
                </a:lnTo>
                <a:cubicBezTo>
                  <a:pt x="20492" y="123942"/>
                  <a:pt x="14916" y="123942"/>
                  <a:pt x="11482" y="120508"/>
                </a:cubicBezTo>
                <a:cubicBezTo>
                  <a:pt x="8049" y="117074"/>
                  <a:pt x="8049" y="111498"/>
                  <a:pt x="11482" y="108064"/>
                </a:cubicBezTo>
                <a:lnTo>
                  <a:pt x="49225" y="70322"/>
                </a:lnTo>
                <a:lnTo>
                  <a:pt x="11510" y="32579"/>
                </a:lnTo>
                <a:cubicBezTo>
                  <a:pt x="8076" y="29145"/>
                  <a:pt x="8076" y="23569"/>
                  <a:pt x="11510" y="20135"/>
                </a:cubicBezTo>
                <a:cubicBezTo>
                  <a:pt x="14943" y="16701"/>
                  <a:pt x="20520" y="16701"/>
                  <a:pt x="23953" y="20135"/>
                </a:cubicBezTo>
                <a:lnTo>
                  <a:pt x="67904" y="64086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751888" y="6188297"/>
            <a:ext cx="409150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Adding new arrivals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0153" y="6504744"/>
            <a:ext cx="70322" cy="140643"/>
          </a:xfrm>
          <a:custGeom>
            <a:avLst/>
            <a:gdLst/>
            <a:ahLst/>
            <a:cxnLst/>
            <a:rect l="l" t="t" r="r" b="b"/>
            <a:pathLst>
              <a:path w="70322" h="140643">
                <a:moveTo>
                  <a:pt x="67877" y="64113"/>
                </a:moveTo>
                <a:cubicBezTo>
                  <a:pt x="71310" y="67547"/>
                  <a:pt x="71310" y="73123"/>
                  <a:pt x="67877" y="76557"/>
                </a:cubicBezTo>
                <a:lnTo>
                  <a:pt x="23926" y="120508"/>
                </a:lnTo>
                <a:cubicBezTo>
                  <a:pt x="20492" y="123942"/>
                  <a:pt x="14916" y="123942"/>
                  <a:pt x="11482" y="120508"/>
                </a:cubicBezTo>
                <a:cubicBezTo>
                  <a:pt x="8049" y="117074"/>
                  <a:pt x="8049" y="111498"/>
                  <a:pt x="11482" y="108064"/>
                </a:cubicBezTo>
                <a:lnTo>
                  <a:pt x="49225" y="70322"/>
                </a:lnTo>
                <a:lnTo>
                  <a:pt x="11510" y="32579"/>
                </a:lnTo>
                <a:cubicBezTo>
                  <a:pt x="8076" y="29145"/>
                  <a:pt x="8076" y="23569"/>
                  <a:pt x="11510" y="20135"/>
                </a:cubicBezTo>
                <a:cubicBezTo>
                  <a:pt x="14943" y="16701"/>
                  <a:pt x="20520" y="16701"/>
                  <a:pt x="23953" y="20135"/>
                </a:cubicBezTo>
                <a:lnTo>
                  <a:pt x="67904" y="64086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Text 29"/>
          <p:cNvSpPr/>
          <p:nvPr/>
        </p:nvSpPr>
        <p:spPr>
          <a:xfrm>
            <a:off x="751888" y="6469583"/>
            <a:ext cx="409150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Updating/removing books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27144" y="1125145"/>
            <a:ext cx="6610226" cy="5731207"/>
          </a:xfrm>
          <a:custGeom>
            <a:avLst/>
            <a:gdLst/>
            <a:ahLst/>
            <a:cxnLst/>
            <a:rect l="l" t="t" r="r" b="b"/>
            <a:pathLst>
              <a:path w="6610226" h="5731207">
                <a:moveTo>
                  <a:pt x="105454" y="0"/>
                </a:moveTo>
                <a:lnTo>
                  <a:pt x="6504772" y="0"/>
                </a:lnTo>
                <a:cubicBezTo>
                  <a:pt x="6563013" y="0"/>
                  <a:pt x="6610226" y="47213"/>
                  <a:pt x="6610226" y="105454"/>
                </a:cubicBezTo>
                <a:lnTo>
                  <a:pt x="6610226" y="5625753"/>
                </a:lnTo>
                <a:cubicBezTo>
                  <a:pt x="6610226" y="5683993"/>
                  <a:pt x="6563013" y="5731207"/>
                  <a:pt x="6504772" y="5731207"/>
                </a:cubicBezTo>
                <a:lnTo>
                  <a:pt x="105454" y="5731207"/>
                </a:lnTo>
                <a:cubicBezTo>
                  <a:pt x="47213" y="5731207"/>
                  <a:pt x="0" y="5683993"/>
                  <a:pt x="0" y="5625753"/>
                </a:cubicBezTo>
                <a:lnTo>
                  <a:pt x="0" y="105454"/>
                </a:lnTo>
                <a:cubicBezTo>
                  <a:pt x="0" y="47213"/>
                  <a:pt x="47213" y="0"/>
                  <a:pt x="10545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43591" y="632894"/>
            <a:ext cx="6293779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61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Sequence Diagram</a:t>
            </a:r>
            <a:endParaRPr lang="en-US" sz="1600" dirty="0"/>
          </a:p>
        </p:txBody>
      </p:sp>
      <p:pic>
        <p:nvPicPr>
          <p:cNvPr id="34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257" y="4201713"/>
            <a:ext cx="914400" cy="914400"/>
          </a:xfrm>
          <a:prstGeom prst="roundRect">
            <a:avLst>
              <a:gd name="adj" fmla="val 0"/>
            </a:avLst>
          </a:prstGeom>
        </p:spPr>
      </p:pic>
      <p:pic>
        <p:nvPicPr>
          <p:cNvPr id="35" name="Image 1" descr="https://kimi-img.moonshot.cn/pub/slides/26-02-16-02:26:15-d690vhtnfo2j8n58q1d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305" y="879019"/>
            <a:ext cx="6179066" cy="594258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608" y="351608"/>
            <a:ext cx="70322" cy="421929"/>
          </a:xfrm>
          <a:custGeom>
            <a:avLst/>
            <a:gdLst/>
            <a:ahLst/>
            <a:cxnLst/>
            <a:rect l="l" t="t" r="r" b="b"/>
            <a:pathLst>
              <a:path w="70322" h="421929">
                <a:moveTo>
                  <a:pt x="0" y="0"/>
                </a:moveTo>
                <a:lnTo>
                  <a:pt x="70322" y="0"/>
                </a:lnTo>
                <a:lnTo>
                  <a:pt x="70322" y="421929"/>
                </a:lnTo>
                <a:lnTo>
                  <a:pt x="0" y="421929"/>
                </a:lnTo>
                <a:lnTo>
                  <a:pt x="0" y="0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" name="Text 1"/>
          <p:cNvSpPr/>
          <p:nvPr/>
        </p:nvSpPr>
        <p:spPr>
          <a:xfrm>
            <a:off x="562572" y="351608"/>
            <a:ext cx="4922509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2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Sequence Flow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2572" y="879019"/>
            <a:ext cx="843859" cy="35161"/>
          </a:xfrm>
          <a:custGeom>
            <a:avLst/>
            <a:gdLst/>
            <a:ahLst/>
            <a:cxnLst/>
            <a:rect l="l" t="t" r="r" b="b"/>
            <a:pathLst>
              <a:path w="843859" h="35161">
                <a:moveTo>
                  <a:pt x="0" y="0"/>
                </a:moveTo>
                <a:lnTo>
                  <a:pt x="843859" y="0"/>
                </a:lnTo>
                <a:lnTo>
                  <a:pt x="843859" y="35161"/>
                </a:lnTo>
                <a:lnTo>
                  <a:pt x="0" y="35161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" name="Text 3"/>
          <p:cNvSpPr/>
          <p:nvPr/>
        </p:nvSpPr>
        <p:spPr>
          <a:xfrm>
            <a:off x="562572" y="1019663"/>
            <a:ext cx="11365722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 Issuing Process — Step by Step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1608" y="1494333"/>
            <a:ext cx="3375435" cy="2303031"/>
          </a:xfrm>
          <a:custGeom>
            <a:avLst/>
            <a:gdLst/>
            <a:ahLst/>
            <a:cxnLst/>
            <a:rect l="l" t="t" r="r" b="b"/>
            <a:pathLst>
              <a:path w="3375435" h="2303031">
                <a:moveTo>
                  <a:pt x="35161" y="0"/>
                </a:moveTo>
                <a:lnTo>
                  <a:pt x="3340274" y="0"/>
                </a:lnTo>
                <a:cubicBezTo>
                  <a:pt x="3359693" y="0"/>
                  <a:pt x="3375435" y="15742"/>
                  <a:pt x="3375435" y="35161"/>
                </a:cubicBezTo>
                <a:lnTo>
                  <a:pt x="3375435" y="2197552"/>
                </a:lnTo>
                <a:cubicBezTo>
                  <a:pt x="3375435" y="2255807"/>
                  <a:pt x="3328210" y="2303031"/>
                  <a:pt x="3269956" y="2303031"/>
                </a:cubicBezTo>
                <a:lnTo>
                  <a:pt x="105479" y="2303031"/>
                </a:lnTo>
                <a:cubicBezTo>
                  <a:pt x="47224" y="2303031"/>
                  <a:pt x="0" y="2255807"/>
                  <a:pt x="0" y="219755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1608" y="1494333"/>
            <a:ext cx="3375435" cy="35161"/>
          </a:xfrm>
          <a:custGeom>
            <a:avLst/>
            <a:gdLst/>
            <a:ahLst/>
            <a:cxnLst/>
            <a:rect l="l" t="t" r="r" b="b"/>
            <a:pathLst>
              <a:path w="3375435" h="35161">
                <a:moveTo>
                  <a:pt x="35161" y="0"/>
                </a:moveTo>
                <a:lnTo>
                  <a:pt x="3340274" y="0"/>
                </a:lnTo>
                <a:cubicBezTo>
                  <a:pt x="3359693" y="0"/>
                  <a:pt x="3375435" y="15742"/>
                  <a:pt x="3375435" y="35161"/>
                </a:cubicBezTo>
                <a:lnTo>
                  <a:pt x="3375435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8" name="Shape 6"/>
          <p:cNvSpPr/>
          <p:nvPr/>
        </p:nvSpPr>
        <p:spPr>
          <a:xfrm>
            <a:off x="1759000" y="1722878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281286" y="0"/>
                </a:moveTo>
                <a:lnTo>
                  <a:pt x="281286" y="0"/>
                </a:lnTo>
                <a:cubicBezTo>
                  <a:pt x="436532" y="0"/>
                  <a:pt x="562572" y="126040"/>
                  <a:pt x="562572" y="281286"/>
                </a:cubicBezTo>
                <a:lnTo>
                  <a:pt x="562572" y="281286"/>
                </a:lnTo>
                <a:cubicBezTo>
                  <a:pt x="562572" y="436532"/>
                  <a:pt x="436532" y="562572"/>
                  <a:pt x="281286" y="562572"/>
                </a:cubicBezTo>
                <a:lnTo>
                  <a:pt x="281286" y="562572"/>
                </a:lnTo>
                <a:cubicBezTo>
                  <a:pt x="126040" y="562572"/>
                  <a:pt x="0" y="436532"/>
                  <a:pt x="0" y="281286"/>
                </a:cubicBezTo>
                <a:lnTo>
                  <a:pt x="0" y="281286"/>
                </a:lnTo>
                <a:cubicBezTo>
                  <a:pt x="0" y="126040"/>
                  <a:pt x="126040" y="0"/>
                  <a:pt x="281286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9" name="Text 7"/>
          <p:cNvSpPr/>
          <p:nvPr/>
        </p:nvSpPr>
        <p:spPr>
          <a:xfrm>
            <a:off x="1921619" y="1845941"/>
            <a:ext cx="237335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82063" y="2426094"/>
            <a:ext cx="316447" cy="316447"/>
          </a:xfrm>
          <a:custGeom>
            <a:avLst/>
            <a:gdLst/>
            <a:ahLst/>
            <a:cxnLst/>
            <a:rect l="l" t="t" r="r" b="b"/>
            <a:pathLst>
              <a:path w="316447" h="316447">
                <a:moveTo>
                  <a:pt x="257113" y="128557"/>
                </a:moveTo>
                <a:cubicBezTo>
                  <a:pt x="257113" y="156926"/>
                  <a:pt x="247904" y="183131"/>
                  <a:pt x="232391" y="204393"/>
                </a:cubicBezTo>
                <a:lnTo>
                  <a:pt x="310637" y="282701"/>
                </a:lnTo>
                <a:cubicBezTo>
                  <a:pt x="318363" y="290427"/>
                  <a:pt x="318363" y="302973"/>
                  <a:pt x="310637" y="310699"/>
                </a:cubicBezTo>
                <a:cubicBezTo>
                  <a:pt x="302911" y="318425"/>
                  <a:pt x="290365" y="318425"/>
                  <a:pt x="282639" y="310699"/>
                </a:cubicBezTo>
                <a:lnTo>
                  <a:pt x="204393" y="232391"/>
                </a:lnTo>
                <a:cubicBezTo>
                  <a:pt x="183131" y="247904"/>
                  <a:pt x="156926" y="257113"/>
                  <a:pt x="128557" y="257113"/>
                </a:cubicBezTo>
                <a:cubicBezTo>
                  <a:pt x="57541" y="257113"/>
                  <a:pt x="0" y="199572"/>
                  <a:pt x="0" y="128557"/>
                </a:cubicBezTo>
                <a:cubicBezTo>
                  <a:pt x="0" y="57541"/>
                  <a:pt x="57541" y="0"/>
                  <a:pt x="128557" y="0"/>
                </a:cubicBezTo>
                <a:cubicBezTo>
                  <a:pt x="199572" y="0"/>
                  <a:pt x="257113" y="57541"/>
                  <a:pt x="257113" y="128557"/>
                </a:cubicBezTo>
                <a:close/>
                <a:moveTo>
                  <a:pt x="128557" y="217557"/>
                </a:moveTo>
                <a:cubicBezTo>
                  <a:pt x="177677" y="217557"/>
                  <a:pt x="217557" y="177677"/>
                  <a:pt x="217557" y="128557"/>
                </a:cubicBezTo>
                <a:cubicBezTo>
                  <a:pt x="217557" y="79436"/>
                  <a:pt x="177677" y="39556"/>
                  <a:pt x="128557" y="39556"/>
                </a:cubicBezTo>
                <a:cubicBezTo>
                  <a:pt x="79436" y="39556"/>
                  <a:pt x="39556" y="79436"/>
                  <a:pt x="39556" y="128557"/>
                </a:cubicBezTo>
                <a:cubicBezTo>
                  <a:pt x="39556" y="177677"/>
                  <a:pt x="79436" y="217557"/>
                  <a:pt x="128557" y="217557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1" name="Text 9"/>
          <p:cNvSpPr/>
          <p:nvPr/>
        </p:nvSpPr>
        <p:spPr>
          <a:xfrm>
            <a:off x="518621" y="2848023"/>
            <a:ext cx="304140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4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Request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7412" y="3164470"/>
            <a:ext cx="3023827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searches or requests a specific book from the catalog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09164" y="2478835"/>
            <a:ext cx="316447" cy="316447"/>
          </a:xfrm>
          <a:custGeom>
            <a:avLst/>
            <a:gdLst/>
            <a:ahLst/>
            <a:cxnLst/>
            <a:rect l="l" t="t" r="r" b="b"/>
            <a:pathLst>
              <a:path w="316447" h="316447">
                <a:moveTo>
                  <a:pt x="310637" y="172192"/>
                </a:moveTo>
                <a:cubicBezTo>
                  <a:pt x="318363" y="164466"/>
                  <a:pt x="318363" y="151919"/>
                  <a:pt x="310637" y="144194"/>
                </a:cubicBezTo>
                <a:lnTo>
                  <a:pt x="211748" y="45304"/>
                </a:lnTo>
                <a:cubicBezTo>
                  <a:pt x="204022" y="37578"/>
                  <a:pt x="191475" y="37578"/>
                  <a:pt x="183749" y="45304"/>
                </a:cubicBezTo>
                <a:cubicBezTo>
                  <a:pt x="176024" y="53030"/>
                  <a:pt x="176024" y="65576"/>
                  <a:pt x="183749" y="73302"/>
                </a:cubicBezTo>
                <a:lnTo>
                  <a:pt x="248893" y="138446"/>
                </a:lnTo>
                <a:lnTo>
                  <a:pt x="19778" y="138446"/>
                </a:lnTo>
                <a:cubicBezTo>
                  <a:pt x="8838" y="138446"/>
                  <a:pt x="0" y="147284"/>
                  <a:pt x="0" y="158224"/>
                </a:cubicBezTo>
                <a:cubicBezTo>
                  <a:pt x="0" y="169163"/>
                  <a:pt x="8838" y="178001"/>
                  <a:pt x="19778" y="178001"/>
                </a:cubicBezTo>
                <a:lnTo>
                  <a:pt x="248893" y="178001"/>
                </a:lnTo>
                <a:lnTo>
                  <a:pt x="183749" y="243145"/>
                </a:lnTo>
                <a:cubicBezTo>
                  <a:pt x="176024" y="250871"/>
                  <a:pt x="176024" y="263417"/>
                  <a:pt x="183749" y="271143"/>
                </a:cubicBezTo>
                <a:cubicBezTo>
                  <a:pt x="191475" y="278869"/>
                  <a:pt x="204022" y="278869"/>
                  <a:pt x="211748" y="271143"/>
                </a:cubicBezTo>
                <a:lnTo>
                  <a:pt x="310637" y="172253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4" name="Shape 12"/>
          <p:cNvSpPr/>
          <p:nvPr/>
        </p:nvSpPr>
        <p:spPr>
          <a:xfrm>
            <a:off x="4405810" y="1494333"/>
            <a:ext cx="3375435" cy="2303031"/>
          </a:xfrm>
          <a:custGeom>
            <a:avLst/>
            <a:gdLst/>
            <a:ahLst/>
            <a:cxnLst/>
            <a:rect l="l" t="t" r="r" b="b"/>
            <a:pathLst>
              <a:path w="3375435" h="2303031">
                <a:moveTo>
                  <a:pt x="35161" y="0"/>
                </a:moveTo>
                <a:lnTo>
                  <a:pt x="3340274" y="0"/>
                </a:lnTo>
                <a:cubicBezTo>
                  <a:pt x="3359693" y="0"/>
                  <a:pt x="3375435" y="15742"/>
                  <a:pt x="3375435" y="35161"/>
                </a:cubicBezTo>
                <a:lnTo>
                  <a:pt x="3375435" y="2197552"/>
                </a:lnTo>
                <a:cubicBezTo>
                  <a:pt x="3375435" y="2255807"/>
                  <a:pt x="3328210" y="2303031"/>
                  <a:pt x="3269956" y="2303031"/>
                </a:cubicBezTo>
                <a:lnTo>
                  <a:pt x="105479" y="2303031"/>
                </a:lnTo>
                <a:cubicBezTo>
                  <a:pt x="47224" y="2303031"/>
                  <a:pt x="0" y="2255807"/>
                  <a:pt x="0" y="219755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05810" y="1494333"/>
            <a:ext cx="3375435" cy="35161"/>
          </a:xfrm>
          <a:custGeom>
            <a:avLst/>
            <a:gdLst/>
            <a:ahLst/>
            <a:cxnLst/>
            <a:rect l="l" t="t" r="r" b="b"/>
            <a:pathLst>
              <a:path w="3375435" h="35161">
                <a:moveTo>
                  <a:pt x="35161" y="0"/>
                </a:moveTo>
                <a:lnTo>
                  <a:pt x="3340274" y="0"/>
                </a:lnTo>
                <a:cubicBezTo>
                  <a:pt x="3359693" y="0"/>
                  <a:pt x="3375435" y="15742"/>
                  <a:pt x="3375435" y="35161"/>
                </a:cubicBezTo>
                <a:lnTo>
                  <a:pt x="3375435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6" name="Shape 14"/>
          <p:cNvSpPr/>
          <p:nvPr/>
        </p:nvSpPr>
        <p:spPr>
          <a:xfrm>
            <a:off x="5813203" y="1722878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281286" y="0"/>
                </a:moveTo>
                <a:lnTo>
                  <a:pt x="281286" y="0"/>
                </a:lnTo>
                <a:cubicBezTo>
                  <a:pt x="436532" y="0"/>
                  <a:pt x="562572" y="126040"/>
                  <a:pt x="562572" y="281286"/>
                </a:cubicBezTo>
                <a:lnTo>
                  <a:pt x="562572" y="281286"/>
                </a:lnTo>
                <a:cubicBezTo>
                  <a:pt x="562572" y="436532"/>
                  <a:pt x="436532" y="562572"/>
                  <a:pt x="281286" y="562572"/>
                </a:cubicBezTo>
                <a:lnTo>
                  <a:pt x="281286" y="562572"/>
                </a:lnTo>
                <a:cubicBezTo>
                  <a:pt x="126040" y="562572"/>
                  <a:pt x="0" y="436532"/>
                  <a:pt x="0" y="281286"/>
                </a:cubicBezTo>
                <a:lnTo>
                  <a:pt x="0" y="281286"/>
                </a:lnTo>
                <a:cubicBezTo>
                  <a:pt x="0" y="126040"/>
                  <a:pt x="126040" y="0"/>
                  <a:pt x="281286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7" name="Text 15"/>
          <p:cNvSpPr/>
          <p:nvPr/>
        </p:nvSpPr>
        <p:spPr>
          <a:xfrm>
            <a:off x="5951923" y="1845941"/>
            <a:ext cx="281286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75822" y="2426094"/>
            <a:ext cx="237335" cy="316447"/>
          </a:xfrm>
          <a:custGeom>
            <a:avLst/>
            <a:gdLst/>
            <a:ahLst/>
            <a:cxnLst/>
            <a:rect l="l" t="t" r="r" b="b"/>
            <a:pathLst>
              <a:path w="237335" h="316447">
                <a:moveTo>
                  <a:pt x="154453" y="41286"/>
                </a:moveTo>
                <a:cubicBezTo>
                  <a:pt x="160881" y="32448"/>
                  <a:pt x="158903" y="20087"/>
                  <a:pt x="150065" y="13659"/>
                </a:cubicBezTo>
                <a:cubicBezTo>
                  <a:pt x="141227" y="7231"/>
                  <a:pt x="128866" y="9209"/>
                  <a:pt x="122438" y="18047"/>
                </a:cubicBezTo>
                <a:lnTo>
                  <a:pt x="56923" y="108099"/>
                </a:lnTo>
                <a:lnTo>
                  <a:pt x="33746" y="84922"/>
                </a:lnTo>
                <a:cubicBezTo>
                  <a:pt x="26020" y="77196"/>
                  <a:pt x="13474" y="77196"/>
                  <a:pt x="5748" y="84922"/>
                </a:cubicBezTo>
                <a:cubicBezTo>
                  <a:pt x="-1978" y="92647"/>
                  <a:pt x="-1978" y="105194"/>
                  <a:pt x="5748" y="112920"/>
                </a:cubicBezTo>
                <a:lnTo>
                  <a:pt x="45304" y="152476"/>
                </a:lnTo>
                <a:cubicBezTo>
                  <a:pt x="49383" y="156555"/>
                  <a:pt x="55069" y="158656"/>
                  <a:pt x="60817" y="158224"/>
                </a:cubicBezTo>
                <a:cubicBezTo>
                  <a:pt x="66565" y="157791"/>
                  <a:pt x="71880" y="154824"/>
                  <a:pt x="75280" y="150127"/>
                </a:cubicBezTo>
                <a:lnTo>
                  <a:pt x="154392" y="41348"/>
                </a:lnTo>
                <a:close/>
                <a:moveTo>
                  <a:pt x="233565" y="125343"/>
                </a:moveTo>
                <a:cubicBezTo>
                  <a:pt x="239993" y="116504"/>
                  <a:pt x="238015" y="104143"/>
                  <a:pt x="229177" y="97715"/>
                </a:cubicBezTo>
                <a:cubicBezTo>
                  <a:pt x="220339" y="91288"/>
                  <a:pt x="207977" y="93265"/>
                  <a:pt x="201550" y="102104"/>
                </a:cubicBezTo>
                <a:lnTo>
                  <a:pt x="96479" y="246544"/>
                </a:lnTo>
                <a:lnTo>
                  <a:pt x="53524" y="203589"/>
                </a:lnTo>
                <a:cubicBezTo>
                  <a:pt x="45798" y="195863"/>
                  <a:pt x="33252" y="195863"/>
                  <a:pt x="25526" y="203589"/>
                </a:cubicBezTo>
                <a:cubicBezTo>
                  <a:pt x="17800" y="211315"/>
                  <a:pt x="17800" y="223862"/>
                  <a:pt x="25526" y="231587"/>
                </a:cubicBezTo>
                <a:lnTo>
                  <a:pt x="84860" y="290921"/>
                </a:lnTo>
                <a:cubicBezTo>
                  <a:pt x="88939" y="295000"/>
                  <a:pt x="94625" y="297102"/>
                  <a:pt x="100373" y="296669"/>
                </a:cubicBezTo>
                <a:cubicBezTo>
                  <a:pt x="106121" y="296236"/>
                  <a:pt x="111436" y="293270"/>
                  <a:pt x="114836" y="288572"/>
                </a:cubicBezTo>
                <a:lnTo>
                  <a:pt x="233503" y="125404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824" y="2848023"/>
            <a:ext cx="304140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4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Availability Check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81614" y="3164470"/>
            <a:ext cx="3023827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Librarian verifies book availability and member eligibility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63367" y="2478835"/>
            <a:ext cx="316447" cy="316447"/>
          </a:xfrm>
          <a:custGeom>
            <a:avLst/>
            <a:gdLst/>
            <a:ahLst/>
            <a:cxnLst/>
            <a:rect l="l" t="t" r="r" b="b"/>
            <a:pathLst>
              <a:path w="316447" h="316447">
                <a:moveTo>
                  <a:pt x="310637" y="172192"/>
                </a:moveTo>
                <a:cubicBezTo>
                  <a:pt x="318363" y="164466"/>
                  <a:pt x="318363" y="151919"/>
                  <a:pt x="310637" y="144194"/>
                </a:cubicBezTo>
                <a:lnTo>
                  <a:pt x="211748" y="45304"/>
                </a:lnTo>
                <a:cubicBezTo>
                  <a:pt x="204022" y="37578"/>
                  <a:pt x="191475" y="37578"/>
                  <a:pt x="183749" y="45304"/>
                </a:cubicBezTo>
                <a:cubicBezTo>
                  <a:pt x="176024" y="53030"/>
                  <a:pt x="176024" y="65576"/>
                  <a:pt x="183749" y="73302"/>
                </a:cubicBezTo>
                <a:lnTo>
                  <a:pt x="248893" y="138446"/>
                </a:lnTo>
                <a:lnTo>
                  <a:pt x="19778" y="138446"/>
                </a:lnTo>
                <a:cubicBezTo>
                  <a:pt x="8838" y="138446"/>
                  <a:pt x="0" y="147284"/>
                  <a:pt x="0" y="158224"/>
                </a:cubicBezTo>
                <a:cubicBezTo>
                  <a:pt x="0" y="169163"/>
                  <a:pt x="8838" y="178001"/>
                  <a:pt x="19778" y="178001"/>
                </a:cubicBezTo>
                <a:lnTo>
                  <a:pt x="248893" y="178001"/>
                </a:lnTo>
                <a:lnTo>
                  <a:pt x="183749" y="243145"/>
                </a:lnTo>
                <a:cubicBezTo>
                  <a:pt x="176024" y="250871"/>
                  <a:pt x="176024" y="263417"/>
                  <a:pt x="183749" y="271143"/>
                </a:cubicBezTo>
                <a:cubicBezTo>
                  <a:pt x="191475" y="278869"/>
                  <a:pt x="204022" y="278869"/>
                  <a:pt x="211748" y="271143"/>
                </a:cubicBezTo>
                <a:lnTo>
                  <a:pt x="310637" y="172253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2" name="Shape 20"/>
          <p:cNvSpPr/>
          <p:nvPr/>
        </p:nvSpPr>
        <p:spPr>
          <a:xfrm>
            <a:off x="8460013" y="1494333"/>
            <a:ext cx="3375435" cy="2303031"/>
          </a:xfrm>
          <a:custGeom>
            <a:avLst/>
            <a:gdLst/>
            <a:ahLst/>
            <a:cxnLst/>
            <a:rect l="l" t="t" r="r" b="b"/>
            <a:pathLst>
              <a:path w="3375435" h="2303031">
                <a:moveTo>
                  <a:pt x="35161" y="0"/>
                </a:moveTo>
                <a:lnTo>
                  <a:pt x="3340274" y="0"/>
                </a:lnTo>
                <a:cubicBezTo>
                  <a:pt x="3359693" y="0"/>
                  <a:pt x="3375435" y="15742"/>
                  <a:pt x="3375435" y="35161"/>
                </a:cubicBezTo>
                <a:lnTo>
                  <a:pt x="3375435" y="2197552"/>
                </a:lnTo>
                <a:cubicBezTo>
                  <a:pt x="3375435" y="2255807"/>
                  <a:pt x="3328210" y="2303031"/>
                  <a:pt x="3269956" y="2303031"/>
                </a:cubicBezTo>
                <a:lnTo>
                  <a:pt x="105479" y="2303031"/>
                </a:lnTo>
                <a:cubicBezTo>
                  <a:pt x="47224" y="2303031"/>
                  <a:pt x="0" y="2255807"/>
                  <a:pt x="0" y="219755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60013" y="1494333"/>
            <a:ext cx="3375435" cy="35161"/>
          </a:xfrm>
          <a:custGeom>
            <a:avLst/>
            <a:gdLst/>
            <a:ahLst/>
            <a:cxnLst/>
            <a:rect l="l" t="t" r="r" b="b"/>
            <a:pathLst>
              <a:path w="3375435" h="35161">
                <a:moveTo>
                  <a:pt x="35161" y="0"/>
                </a:moveTo>
                <a:lnTo>
                  <a:pt x="3340274" y="0"/>
                </a:lnTo>
                <a:cubicBezTo>
                  <a:pt x="3359693" y="0"/>
                  <a:pt x="3375435" y="15742"/>
                  <a:pt x="3375435" y="35161"/>
                </a:cubicBezTo>
                <a:lnTo>
                  <a:pt x="3375435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24" name="Shape 22"/>
          <p:cNvSpPr/>
          <p:nvPr/>
        </p:nvSpPr>
        <p:spPr>
          <a:xfrm>
            <a:off x="9867406" y="1722878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281286" y="0"/>
                </a:moveTo>
                <a:lnTo>
                  <a:pt x="281286" y="0"/>
                </a:lnTo>
                <a:cubicBezTo>
                  <a:pt x="436532" y="0"/>
                  <a:pt x="562572" y="126040"/>
                  <a:pt x="562572" y="281286"/>
                </a:cubicBezTo>
                <a:lnTo>
                  <a:pt x="562572" y="281286"/>
                </a:lnTo>
                <a:cubicBezTo>
                  <a:pt x="562572" y="436532"/>
                  <a:pt x="436532" y="562572"/>
                  <a:pt x="281286" y="562572"/>
                </a:cubicBezTo>
                <a:lnTo>
                  <a:pt x="281286" y="562572"/>
                </a:lnTo>
                <a:cubicBezTo>
                  <a:pt x="126040" y="562572"/>
                  <a:pt x="0" y="436532"/>
                  <a:pt x="0" y="281286"/>
                </a:cubicBezTo>
                <a:lnTo>
                  <a:pt x="0" y="281286"/>
                </a:lnTo>
                <a:cubicBezTo>
                  <a:pt x="0" y="126040"/>
                  <a:pt x="126040" y="0"/>
                  <a:pt x="281286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25" name="Text 23"/>
          <p:cNvSpPr/>
          <p:nvPr/>
        </p:nvSpPr>
        <p:spPr>
          <a:xfrm>
            <a:off x="10004890" y="1845941"/>
            <a:ext cx="290076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970690" y="2426094"/>
            <a:ext cx="356003" cy="316447"/>
          </a:xfrm>
          <a:custGeom>
            <a:avLst/>
            <a:gdLst/>
            <a:ahLst/>
            <a:cxnLst/>
            <a:rect l="l" t="t" r="r" b="b"/>
            <a:pathLst>
              <a:path w="356003" h="316447">
                <a:moveTo>
                  <a:pt x="41225" y="237335"/>
                </a:moveTo>
                <a:lnTo>
                  <a:pt x="67492" y="211068"/>
                </a:lnTo>
                <a:cubicBezTo>
                  <a:pt x="82326" y="196234"/>
                  <a:pt x="102474" y="187890"/>
                  <a:pt x="123427" y="187890"/>
                </a:cubicBezTo>
                <a:lnTo>
                  <a:pt x="217557" y="187890"/>
                </a:lnTo>
                <a:cubicBezTo>
                  <a:pt x="228497" y="187890"/>
                  <a:pt x="237335" y="196729"/>
                  <a:pt x="237335" y="207668"/>
                </a:cubicBezTo>
                <a:cubicBezTo>
                  <a:pt x="237335" y="218608"/>
                  <a:pt x="228497" y="227446"/>
                  <a:pt x="217557" y="227446"/>
                </a:cubicBezTo>
                <a:lnTo>
                  <a:pt x="173057" y="227446"/>
                </a:lnTo>
                <a:cubicBezTo>
                  <a:pt x="164837" y="227446"/>
                  <a:pt x="158224" y="234060"/>
                  <a:pt x="158224" y="242280"/>
                </a:cubicBezTo>
                <a:cubicBezTo>
                  <a:pt x="158224" y="250500"/>
                  <a:pt x="164837" y="257113"/>
                  <a:pt x="173057" y="257113"/>
                </a:cubicBezTo>
                <a:lnTo>
                  <a:pt x="242651" y="257113"/>
                </a:lnTo>
                <a:lnTo>
                  <a:pt x="316632" y="202600"/>
                </a:lnTo>
                <a:cubicBezTo>
                  <a:pt x="327634" y="194504"/>
                  <a:pt x="343085" y="196852"/>
                  <a:pt x="351182" y="207854"/>
                </a:cubicBezTo>
                <a:cubicBezTo>
                  <a:pt x="359279" y="218855"/>
                  <a:pt x="356930" y="234307"/>
                  <a:pt x="345928" y="242403"/>
                </a:cubicBezTo>
                <a:lnTo>
                  <a:pt x="267682" y="300068"/>
                </a:lnTo>
                <a:cubicBezTo>
                  <a:pt x="253219" y="310699"/>
                  <a:pt x="235790" y="316447"/>
                  <a:pt x="217805" y="316447"/>
                </a:cubicBezTo>
                <a:lnTo>
                  <a:pt x="19778" y="316447"/>
                </a:lnTo>
                <a:cubicBezTo>
                  <a:pt x="8838" y="316447"/>
                  <a:pt x="0" y="307609"/>
                  <a:pt x="0" y="296669"/>
                </a:cubicBezTo>
                <a:lnTo>
                  <a:pt x="0" y="257113"/>
                </a:lnTo>
                <a:cubicBezTo>
                  <a:pt x="0" y="246174"/>
                  <a:pt x="8838" y="237335"/>
                  <a:pt x="19778" y="237335"/>
                </a:cubicBezTo>
                <a:lnTo>
                  <a:pt x="41225" y="237335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27" name="Text 25"/>
          <p:cNvSpPr/>
          <p:nvPr/>
        </p:nvSpPr>
        <p:spPr>
          <a:xfrm>
            <a:off x="8627027" y="2848023"/>
            <a:ext cx="304140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4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Issue Request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35817" y="3164470"/>
            <a:ext cx="3023827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formally requests to borrow the available book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75822" y="4008329"/>
            <a:ext cx="237335" cy="316447"/>
          </a:xfrm>
          <a:custGeom>
            <a:avLst/>
            <a:gdLst/>
            <a:ahLst/>
            <a:cxnLst/>
            <a:rect l="l" t="t" r="r" b="b"/>
            <a:pathLst>
              <a:path w="237335" h="316447">
                <a:moveTo>
                  <a:pt x="104699" y="310637"/>
                </a:moveTo>
                <a:cubicBezTo>
                  <a:pt x="112425" y="318363"/>
                  <a:pt x="124972" y="318363"/>
                  <a:pt x="132698" y="310637"/>
                </a:cubicBezTo>
                <a:lnTo>
                  <a:pt x="231587" y="211748"/>
                </a:lnTo>
                <a:cubicBezTo>
                  <a:pt x="239313" y="204022"/>
                  <a:pt x="239313" y="191475"/>
                  <a:pt x="231587" y="183749"/>
                </a:cubicBezTo>
                <a:cubicBezTo>
                  <a:pt x="223862" y="176024"/>
                  <a:pt x="211315" y="176024"/>
                  <a:pt x="203589" y="183749"/>
                </a:cubicBezTo>
                <a:lnTo>
                  <a:pt x="138446" y="248893"/>
                </a:lnTo>
                <a:lnTo>
                  <a:pt x="138446" y="19778"/>
                </a:lnTo>
                <a:cubicBezTo>
                  <a:pt x="138446" y="8838"/>
                  <a:pt x="129607" y="0"/>
                  <a:pt x="118668" y="0"/>
                </a:cubicBezTo>
                <a:cubicBezTo>
                  <a:pt x="107728" y="0"/>
                  <a:pt x="98890" y="8838"/>
                  <a:pt x="98890" y="19778"/>
                </a:cubicBezTo>
                <a:lnTo>
                  <a:pt x="98890" y="248893"/>
                </a:lnTo>
                <a:lnTo>
                  <a:pt x="33746" y="183749"/>
                </a:lnTo>
                <a:cubicBezTo>
                  <a:pt x="26020" y="176024"/>
                  <a:pt x="13474" y="176024"/>
                  <a:pt x="5748" y="183749"/>
                </a:cubicBezTo>
                <a:cubicBezTo>
                  <a:pt x="-1978" y="191475"/>
                  <a:pt x="-1978" y="204022"/>
                  <a:pt x="5748" y="211748"/>
                </a:cubicBezTo>
                <a:lnTo>
                  <a:pt x="104638" y="310637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608" y="4553321"/>
            <a:ext cx="3375435" cy="2303031"/>
          </a:xfrm>
          <a:custGeom>
            <a:avLst/>
            <a:gdLst/>
            <a:ahLst/>
            <a:cxnLst/>
            <a:rect l="l" t="t" r="r" b="b"/>
            <a:pathLst>
              <a:path w="3375435" h="2303031">
                <a:moveTo>
                  <a:pt x="35161" y="0"/>
                </a:moveTo>
                <a:lnTo>
                  <a:pt x="3340274" y="0"/>
                </a:lnTo>
                <a:cubicBezTo>
                  <a:pt x="3359693" y="0"/>
                  <a:pt x="3375435" y="15742"/>
                  <a:pt x="3375435" y="35161"/>
                </a:cubicBezTo>
                <a:lnTo>
                  <a:pt x="3375435" y="2197552"/>
                </a:lnTo>
                <a:cubicBezTo>
                  <a:pt x="3375435" y="2255807"/>
                  <a:pt x="3328210" y="2303031"/>
                  <a:pt x="3269956" y="2303031"/>
                </a:cubicBezTo>
                <a:lnTo>
                  <a:pt x="105479" y="2303031"/>
                </a:lnTo>
                <a:cubicBezTo>
                  <a:pt x="47224" y="2303031"/>
                  <a:pt x="0" y="2255807"/>
                  <a:pt x="0" y="219755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1608" y="4553321"/>
            <a:ext cx="3375435" cy="35161"/>
          </a:xfrm>
          <a:custGeom>
            <a:avLst/>
            <a:gdLst/>
            <a:ahLst/>
            <a:cxnLst/>
            <a:rect l="l" t="t" r="r" b="b"/>
            <a:pathLst>
              <a:path w="3375435" h="35161">
                <a:moveTo>
                  <a:pt x="35161" y="0"/>
                </a:moveTo>
                <a:lnTo>
                  <a:pt x="3340274" y="0"/>
                </a:lnTo>
                <a:cubicBezTo>
                  <a:pt x="3359693" y="0"/>
                  <a:pt x="3375435" y="15742"/>
                  <a:pt x="3375435" y="35161"/>
                </a:cubicBezTo>
                <a:lnTo>
                  <a:pt x="3375435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32" name="Shape 30"/>
          <p:cNvSpPr/>
          <p:nvPr/>
        </p:nvSpPr>
        <p:spPr>
          <a:xfrm>
            <a:off x="1759000" y="4781866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281286" y="0"/>
                </a:moveTo>
                <a:lnTo>
                  <a:pt x="281286" y="0"/>
                </a:lnTo>
                <a:cubicBezTo>
                  <a:pt x="436532" y="0"/>
                  <a:pt x="562572" y="126040"/>
                  <a:pt x="562572" y="281286"/>
                </a:cubicBezTo>
                <a:lnTo>
                  <a:pt x="562572" y="281286"/>
                </a:lnTo>
                <a:cubicBezTo>
                  <a:pt x="562572" y="436532"/>
                  <a:pt x="436532" y="562572"/>
                  <a:pt x="281286" y="562572"/>
                </a:cubicBezTo>
                <a:lnTo>
                  <a:pt x="281286" y="562572"/>
                </a:lnTo>
                <a:cubicBezTo>
                  <a:pt x="126040" y="562572"/>
                  <a:pt x="0" y="436532"/>
                  <a:pt x="0" y="281286"/>
                </a:cubicBezTo>
                <a:lnTo>
                  <a:pt x="0" y="281286"/>
                </a:lnTo>
                <a:cubicBezTo>
                  <a:pt x="0" y="126040"/>
                  <a:pt x="126040" y="0"/>
                  <a:pt x="281286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33" name="Text 31"/>
          <p:cNvSpPr/>
          <p:nvPr/>
        </p:nvSpPr>
        <p:spPr>
          <a:xfrm>
            <a:off x="1896622" y="4904929"/>
            <a:ext cx="290076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842507" y="5485081"/>
            <a:ext cx="395559" cy="316447"/>
          </a:xfrm>
          <a:custGeom>
            <a:avLst/>
            <a:gdLst/>
            <a:ahLst/>
            <a:cxnLst/>
            <a:rect l="l" t="t" r="r" b="b"/>
            <a:pathLst>
              <a:path w="395559" h="316447">
                <a:moveTo>
                  <a:pt x="257051" y="130102"/>
                </a:moveTo>
                <a:cubicBezTo>
                  <a:pt x="264592" y="128062"/>
                  <a:pt x="272503" y="131647"/>
                  <a:pt x="275902" y="138631"/>
                </a:cubicBezTo>
                <a:lnTo>
                  <a:pt x="287398" y="161870"/>
                </a:lnTo>
                <a:cubicBezTo>
                  <a:pt x="293764" y="162735"/>
                  <a:pt x="300007" y="164466"/>
                  <a:pt x="305878" y="166876"/>
                </a:cubicBezTo>
                <a:lnTo>
                  <a:pt x="327510" y="152476"/>
                </a:lnTo>
                <a:cubicBezTo>
                  <a:pt x="334000" y="148149"/>
                  <a:pt x="342591" y="149014"/>
                  <a:pt x="348092" y="154515"/>
                </a:cubicBezTo>
                <a:lnTo>
                  <a:pt x="359958" y="166382"/>
                </a:lnTo>
                <a:cubicBezTo>
                  <a:pt x="365459" y="171883"/>
                  <a:pt x="366324" y="180535"/>
                  <a:pt x="361998" y="186963"/>
                </a:cubicBezTo>
                <a:lnTo>
                  <a:pt x="347597" y="208534"/>
                </a:lnTo>
                <a:cubicBezTo>
                  <a:pt x="348772" y="211439"/>
                  <a:pt x="349822" y="214467"/>
                  <a:pt x="350688" y="217619"/>
                </a:cubicBezTo>
                <a:cubicBezTo>
                  <a:pt x="351553" y="220771"/>
                  <a:pt x="352109" y="223862"/>
                  <a:pt x="352542" y="227014"/>
                </a:cubicBezTo>
                <a:lnTo>
                  <a:pt x="375843" y="238510"/>
                </a:lnTo>
                <a:cubicBezTo>
                  <a:pt x="382827" y="241971"/>
                  <a:pt x="386411" y="249882"/>
                  <a:pt x="384372" y="257360"/>
                </a:cubicBezTo>
                <a:lnTo>
                  <a:pt x="380045" y="273554"/>
                </a:lnTo>
                <a:cubicBezTo>
                  <a:pt x="378006" y="281032"/>
                  <a:pt x="371022" y="286100"/>
                  <a:pt x="363234" y="285606"/>
                </a:cubicBezTo>
                <a:lnTo>
                  <a:pt x="337276" y="283937"/>
                </a:lnTo>
                <a:cubicBezTo>
                  <a:pt x="333382" y="288943"/>
                  <a:pt x="328870" y="293579"/>
                  <a:pt x="323740" y="297534"/>
                </a:cubicBezTo>
                <a:lnTo>
                  <a:pt x="325409" y="323431"/>
                </a:lnTo>
                <a:cubicBezTo>
                  <a:pt x="325903" y="331219"/>
                  <a:pt x="320835" y="338265"/>
                  <a:pt x="313357" y="340242"/>
                </a:cubicBezTo>
                <a:lnTo>
                  <a:pt x="297164" y="344569"/>
                </a:lnTo>
                <a:cubicBezTo>
                  <a:pt x="289623" y="346608"/>
                  <a:pt x="281774" y="343024"/>
                  <a:pt x="278313" y="336040"/>
                </a:cubicBezTo>
                <a:lnTo>
                  <a:pt x="266817" y="312800"/>
                </a:lnTo>
                <a:cubicBezTo>
                  <a:pt x="260451" y="311935"/>
                  <a:pt x="254208" y="310205"/>
                  <a:pt x="248337" y="307794"/>
                </a:cubicBezTo>
                <a:lnTo>
                  <a:pt x="226705" y="322195"/>
                </a:lnTo>
                <a:cubicBezTo>
                  <a:pt x="220215" y="326521"/>
                  <a:pt x="211624" y="325656"/>
                  <a:pt x="206123" y="320155"/>
                </a:cubicBezTo>
                <a:lnTo>
                  <a:pt x="194256" y="308289"/>
                </a:lnTo>
                <a:cubicBezTo>
                  <a:pt x="188756" y="302788"/>
                  <a:pt x="187890" y="294197"/>
                  <a:pt x="192217" y="287707"/>
                </a:cubicBezTo>
                <a:lnTo>
                  <a:pt x="206618" y="266075"/>
                </a:lnTo>
                <a:cubicBezTo>
                  <a:pt x="205443" y="263170"/>
                  <a:pt x="204393" y="260142"/>
                  <a:pt x="203527" y="256990"/>
                </a:cubicBezTo>
                <a:cubicBezTo>
                  <a:pt x="202662" y="253837"/>
                  <a:pt x="202106" y="250685"/>
                  <a:pt x="201673" y="247595"/>
                </a:cubicBezTo>
                <a:lnTo>
                  <a:pt x="178372" y="236099"/>
                </a:lnTo>
                <a:cubicBezTo>
                  <a:pt x="171388" y="232638"/>
                  <a:pt x="167865" y="224727"/>
                  <a:pt x="169843" y="217248"/>
                </a:cubicBezTo>
                <a:lnTo>
                  <a:pt x="174169" y="201055"/>
                </a:lnTo>
                <a:cubicBezTo>
                  <a:pt x="176209" y="193577"/>
                  <a:pt x="183193" y="188508"/>
                  <a:pt x="190981" y="189003"/>
                </a:cubicBezTo>
                <a:lnTo>
                  <a:pt x="216877" y="190672"/>
                </a:lnTo>
                <a:cubicBezTo>
                  <a:pt x="220771" y="185665"/>
                  <a:pt x="225283" y="181030"/>
                  <a:pt x="230413" y="177074"/>
                </a:cubicBezTo>
                <a:lnTo>
                  <a:pt x="228744" y="151239"/>
                </a:lnTo>
                <a:cubicBezTo>
                  <a:pt x="228250" y="143452"/>
                  <a:pt x="233318" y="136406"/>
                  <a:pt x="240796" y="134428"/>
                </a:cubicBezTo>
                <a:lnTo>
                  <a:pt x="256990" y="130102"/>
                </a:lnTo>
                <a:close/>
                <a:moveTo>
                  <a:pt x="277138" y="210141"/>
                </a:moveTo>
                <a:cubicBezTo>
                  <a:pt x="262129" y="210158"/>
                  <a:pt x="249958" y="222357"/>
                  <a:pt x="249975" y="237366"/>
                </a:cubicBezTo>
                <a:cubicBezTo>
                  <a:pt x="249992" y="252375"/>
                  <a:pt x="262191" y="264547"/>
                  <a:pt x="277200" y="264530"/>
                </a:cubicBezTo>
                <a:cubicBezTo>
                  <a:pt x="292209" y="264513"/>
                  <a:pt x="304381" y="252313"/>
                  <a:pt x="304364" y="237304"/>
                </a:cubicBezTo>
                <a:cubicBezTo>
                  <a:pt x="304347" y="222295"/>
                  <a:pt x="292148" y="210124"/>
                  <a:pt x="277138" y="210141"/>
                </a:cubicBezTo>
                <a:close/>
                <a:moveTo>
                  <a:pt x="139002" y="-28122"/>
                </a:moveTo>
                <a:lnTo>
                  <a:pt x="155195" y="-23795"/>
                </a:lnTo>
                <a:cubicBezTo>
                  <a:pt x="162674" y="-21756"/>
                  <a:pt x="167742" y="-14710"/>
                  <a:pt x="167247" y="-6984"/>
                </a:cubicBezTo>
                <a:lnTo>
                  <a:pt x="165578" y="18851"/>
                </a:lnTo>
                <a:cubicBezTo>
                  <a:pt x="170708" y="22806"/>
                  <a:pt x="175220" y="27380"/>
                  <a:pt x="179114" y="32448"/>
                </a:cubicBezTo>
                <a:lnTo>
                  <a:pt x="205072" y="30779"/>
                </a:lnTo>
                <a:cubicBezTo>
                  <a:pt x="212798" y="30285"/>
                  <a:pt x="219844" y="35353"/>
                  <a:pt x="221884" y="42832"/>
                </a:cubicBezTo>
                <a:lnTo>
                  <a:pt x="226210" y="59025"/>
                </a:lnTo>
                <a:cubicBezTo>
                  <a:pt x="228188" y="66503"/>
                  <a:pt x="224665" y="74414"/>
                  <a:pt x="217681" y="77876"/>
                </a:cubicBezTo>
                <a:lnTo>
                  <a:pt x="194380" y="89372"/>
                </a:lnTo>
                <a:cubicBezTo>
                  <a:pt x="193947" y="92524"/>
                  <a:pt x="193329" y="95676"/>
                  <a:pt x="192526" y="98766"/>
                </a:cubicBezTo>
                <a:cubicBezTo>
                  <a:pt x="191722" y="101856"/>
                  <a:pt x="190610" y="104947"/>
                  <a:pt x="189436" y="107852"/>
                </a:cubicBezTo>
                <a:lnTo>
                  <a:pt x="203836" y="129484"/>
                </a:lnTo>
                <a:cubicBezTo>
                  <a:pt x="208163" y="135973"/>
                  <a:pt x="207298" y="144564"/>
                  <a:pt x="201797" y="150065"/>
                </a:cubicBezTo>
                <a:lnTo>
                  <a:pt x="189930" y="161932"/>
                </a:lnTo>
                <a:cubicBezTo>
                  <a:pt x="184429" y="167433"/>
                  <a:pt x="175838" y="168298"/>
                  <a:pt x="169349" y="163971"/>
                </a:cubicBezTo>
                <a:lnTo>
                  <a:pt x="147716" y="149571"/>
                </a:lnTo>
                <a:cubicBezTo>
                  <a:pt x="141845" y="151981"/>
                  <a:pt x="135602" y="153712"/>
                  <a:pt x="129236" y="154577"/>
                </a:cubicBezTo>
                <a:lnTo>
                  <a:pt x="117741" y="177816"/>
                </a:lnTo>
                <a:cubicBezTo>
                  <a:pt x="114279" y="184800"/>
                  <a:pt x="106368" y="188323"/>
                  <a:pt x="98890" y="186345"/>
                </a:cubicBezTo>
                <a:lnTo>
                  <a:pt x="82697" y="182019"/>
                </a:lnTo>
                <a:cubicBezTo>
                  <a:pt x="75156" y="179979"/>
                  <a:pt x="70150" y="172933"/>
                  <a:pt x="70644" y="165208"/>
                </a:cubicBezTo>
                <a:lnTo>
                  <a:pt x="72313" y="139311"/>
                </a:lnTo>
                <a:cubicBezTo>
                  <a:pt x="67183" y="135355"/>
                  <a:pt x="62671" y="130782"/>
                  <a:pt x="58778" y="125714"/>
                </a:cubicBezTo>
                <a:lnTo>
                  <a:pt x="32819" y="127382"/>
                </a:lnTo>
                <a:cubicBezTo>
                  <a:pt x="25093" y="127877"/>
                  <a:pt x="18047" y="122809"/>
                  <a:pt x="16008" y="115330"/>
                </a:cubicBezTo>
                <a:lnTo>
                  <a:pt x="11681" y="99137"/>
                </a:lnTo>
                <a:cubicBezTo>
                  <a:pt x="9704" y="91658"/>
                  <a:pt x="13226" y="83747"/>
                  <a:pt x="20211" y="80286"/>
                </a:cubicBezTo>
                <a:lnTo>
                  <a:pt x="43511" y="68790"/>
                </a:lnTo>
                <a:cubicBezTo>
                  <a:pt x="43944" y="65638"/>
                  <a:pt x="44562" y="62548"/>
                  <a:pt x="45366" y="59396"/>
                </a:cubicBezTo>
                <a:cubicBezTo>
                  <a:pt x="46231" y="56244"/>
                  <a:pt x="47220" y="53215"/>
                  <a:pt x="48456" y="50310"/>
                </a:cubicBezTo>
                <a:lnTo>
                  <a:pt x="34055" y="28740"/>
                </a:lnTo>
                <a:cubicBezTo>
                  <a:pt x="29729" y="22250"/>
                  <a:pt x="30594" y="13659"/>
                  <a:pt x="36095" y="8158"/>
                </a:cubicBezTo>
                <a:lnTo>
                  <a:pt x="47961" y="-3708"/>
                </a:lnTo>
                <a:cubicBezTo>
                  <a:pt x="53462" y="-9209"/>
                  <a:pt x="62053" y="-10074"/>
                  <a:pt x="68543" y="-5748"/>
                </a:cubicBezTo>
                <a:lnTo>
                  <a:pt x="90175" y="8653"/>
                </a:lnTo>
                <a:cubicBezTo>
                  <a:pt x="96047" y="6242"/>
                  <a:pt x="102289" y="4512"/>
                  <a:pt x="108655" y="3647"/>
                </a:cubicBezTo>
                <a:lnTo>
                  <a:pt x="120151" y="-19593"/>
                </a:lnTo>
                <a:cubicBezTo>
                  <a:pt x="123612" y="-26577"/>
                  <a:pt x="131461" y="-30100"/>
                  <a:pt x="139002" y="-28122"/>
                </a:cubicBezTo>
                <a:close/>
                <a:moveTo>
                  <a:pt x="118915" y="51917"/>
                </a:moveTo>
                <a:cubicBezTo>
                  <a:pt x="103906" y="51917"/>
                  <a:pt x="91720" y="64103"/>
                  <a:pt x="91720" y="79112"/>
                </a:cubicBezTo>
                <a:cubicBezTo>
                  <a:pt x="91720" y="94121"/>
                  <a:pt x="103906" y="106306"/>
                  <a:pt x="118915" y="106306"/>
                </a:cubicBezTo>
                <a:cubicBezTo>
                  <a:pt x="133924" y="106306"/>
                  <a:pt x="146110" y="94121"/>
                  <a:pt x="146110" y="79112"/>
                </a:cubicBezTo>
                <a:cubicBezTo>
                  <a:pt x="146110" y="64103"/>
                  <a:pt x="133924" y="51917"/>
                  <a:pt x="118915" y="51917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35" name="Text 33"/>
          <p:cNvSpPr/>
          <p:nvPr/>
        </p:nvSpPr>
        <p:spPr>
          <a:xfrm>
            <a:off x="518621" y="5907011"/>
            <a:ext cx="304140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4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Transaction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7412" y="6223458"/>
            <a:ext cx="3023827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creates transaction record and updates book status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909164" y="5537823"/>
            <a:ext cx="316447" cy="316447"/>
          </a:xfrm>
          <a:custGeom>
            <a:avLst/>
            <a:gdLst/>
            <a:ahLst/>
            <a:cxnLst/>
            <a:rect l="l" t="t" r="r" b="b"/>
            <a:pathLst>
              <a:path w="316447" h="316447">
                <a:moveTo>
                  <a:pt x="310637" y="172192"/>
                </a:moveTo>
                <a:cubicBezTo>
                  <a:pt x="318363" y="164466"/>
                  <a:pt x="318363" y="151919"/>
                  <a:pt x="310637" y="144194"/>
                </a:cubicBezTo>
                <a:lnTo>
                  <a:pt x="211748" y="45304"/>
                </a:lnTo>
                <a:cubicBezTo>
                  <a:pt x="204022" y="37578"/>
                  <a:pt x="191475" y="37578"/>
                  <a:pt x="183749" y="45304"/>
                </a:cubicBezTo>
                <a:cubicBezTo>
                  <a:pt x="176024" y="53030"/>
                  <a:pt x="176024" y="65576"/>
                  <a:pt x="183749" y="73302"/>
                </a:cubicBezTo>
                <a:lnTo>
                  <a:pt x="248893" y="138446"/>
                </a:lnTo>
                <a:lnTo>
                  <a:pt x="19778" y="138446"/>
                </a:lnTo>
                <a:cubicBezTo>
                  <a:pt x="8838" y="138446"/>
                  <a:pt x="0" y="147284"/>
                  <a:pt x="0" y="158224"/>
                </a:cubicBezTo>
                <a:cubicBezTo>
                  <a:pt x="0" y="169163"/>
                  <a:pt x="8838" y="178001"/>
                  <a:pt x="19778" y="178001"/>
                </a:cubicBezTo>
                <a:lnTo>
                  <a:pt x="248893" y="178001"/>
                </a:lnTo>
                <a:lnTo>
                  <a:pt x="183749" y="243145"/>
                </a:lnTo>
                <a:cubicBezTo>
                  <a:pt x="176024" y="250871"/>
                  <a:pt x="176024" y="263417"/>
                  <a:pt x="183749" y="271143"/>
                </a:cubicBezTo>
                <a:cubicBezTo>
                  <a:pt x="191475" y="278869"/>
                  <a:pt x="204022" y="278869"/>
                  <a:pt x="211748" y="271143"/>
                </a:cubicBezTo>
                <a:lnTo>
                  <a:pt x="310637" y="172253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38" name="Shape 36"/>
          <p:cNvSpPr/>
          <p:nvPr/>
        </p:nvSpPr>
        <p:spPr>
          <a:xfrm>
            <a:off x="4405810" y="4553321"/>
            <a:ext cx="3375435" cy="2303031"/>
          </a:xfrm>
          <a:custGeom>
            <a:avLst/>
            <a:gdLst/>
            <a:ahLst/>
            <a:cxnLst/>
            <a:rect l="l" t="t" r="r" b="b"/>
            <a:pathLst>
              <a:path w="3375435" h="2303031">
                <a:moveTo>
                  <a:pt x="35161" y="0"/>
                </a:moveTo>
                <a:lnTo>
                  <a:pt x="3340274" y="0"/>
                </a:lnTo>
                <a:cubicBezTo>
                  <a:pt x="3359693" y="0"/>
                  <a:pt x="3375435" y="15742"/>
                  <a:pt x="3375435" y="35161"/>
                </a:cubicBezTo>
                <a:lnTo>
                  <a:pt x="3375435" y="2197552"/>
                </a:lnTo>
                <a:cubicBezTo>
                  <a:pt x="3375435" y="2255807"/>
                  <a:pt x="3328210" y="2303031"/>
                  <a:pt x="3269956" y="2303031"/>
                </a:cubicBezTo>
                <a:lnTo>
                  <a:pt x="105479" y="2303031"/>
                </a:lnTo>
                <a:cubicBezTo>
                  <a:pt x="47224" y="2303031"/>
                  <a:pt x="0" y="2255807"/>
                  <a:pt x="0" y="219755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405810" y="4553321"/>
            <a:ext cx="3375435" cy="35161"/>
          </a:xfrm>
          <a:custGeom>
            <a:avLst/>
            <a:gdLst/>
            <a:ahLst/>
            <a:cxnLst/>
            <a:rect l="l" t="t" r="r" b="b"/>
            <a:pathLst>
              <a:path w="3375435" h="35161">
                <a:moveTo>
                  <a:pt x="35161" y="0"/>
                </a:moveTo>
                <a:lnTo>
                  <a:pt x="3340274" y="0"/>
                </a:lnTo>
                <a:cubicBezTo>
                  <a:pt x="3359693" y="0"/>
                  <a:pt x="3375435" y="15742"/>
                  <a:pt x="3375435" y="35161"/>
                </a:cubicBezTo>
                <a:lnTo>
                  <a:pt x="3375435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40" name="Shape 38"/>
          <p:cNvSpPr/>
          <p:nvPr/>
        </p:nvSpPr>
        <p:spPr>
          <a:xfrm>
            <a:off x="5813203" y="4781866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281286" y="0"/>
                </a:moveTo>
                <a:lnTo>
                  <a:pt x="281286" y="0"/>
                </a:lnTo>
                <a:cubicBezTo>
                  <a:pt x="436532" y="0"/>
                  <a:pt x="562572" y="126040"/>
                  <a:pt x="562572" y="281286"/>
                </a:cubicBezTo>
                <a:lnTo>
                  <a:pt x="562572" y="281286"/>
                </a:lnTo>
                <a:cubicBezTo>
                  <a:pt x="562572" y="436532"/>
                  <a:pt x="436532" y="562572"/>
                  <a:pt x="281286" y="562572"/>
                </a:cubicBezTo>
                <a:lnTo>
                  <a:pt x="281286" y="562572"/>
                </a:lnTo>
                <a:cubicBezTo>
                  <a:pt x="126040" y="562572"/>
                  <a:pt x="0" y="436532"/>
                  <a:pt x="0" y="281286"/>
                </a:cubicBezTo>
                <a:lnTo>
                  <a:pt x="0" y="281286"/>
                </a:lnTo>
                <a:cubicBezTo>
                  <a:pt x="0" y="126040"/>
                  <a:pt x="126040" y="0"/>
                  <a:pt x="281286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41" name="Text 39"/>
          <p:cNvSpPr/>
          <p:nvPr/>
        </p:nvSpPr>
        <p:spPr>
          <a:xfrm>
            <a:off x="5952610" y="4904929"/>
            <a:ext cx="281286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956044" y="5485081"/>
            <a:ext cx="276891" cy="316447"/>
          </a:xfrm>
          <a:custGeom>
            <a:avLst/>
            <a:gdLst/>
            <a:ahLst/>
            <a:cxnLst/>
            <a:rect l="l" t="t" r="r" b="b"/>
            <a:pathLst>
              <a:path w="276891" h="316447">
                <a:moveTo>
                  <a:pt x="276891" y="127197"/>
                </a:moveTo>
                <a:cubicBezTo>
                  <a:pt x="267744" y="133254"/>
                  <a:pt x="257237" y="138137"/>
                  <a:pt x="246297" y="142030"/>
                </a:cubicBezTo>
                <a:cubicBezTo>
                  <a:pt x="217248" y="152414"/>
                  <a:pt x="179114" y="158224"/>
                  <a:pt x="138446" y="158224"/>
                </a:cubicBezTo>
                <a:cubicBezTo>
                  <a:pt x="97777" y="158224"/>
                  <a:pt x="59581" y="152352"/>
                  <a:pt x="30594" y="142030"/>
                </a:cubicBezTo>
                <a:cubicBezTo>
                  <a:pt x="19716" y="138137"/>
                  <a:pt x="9147" y="133254"/>
                  <a:pt x="0" y="127197"/>
                </a:cubicBezTo>
                <a:lnTo>
                  <a:pt x="0" y="178001"/>
                </a:lnTo>
                <a:cubicBezTo>
                  <a:pt x="0" y="205320"/>
                  <a:pt x="61991" y="227446"/>
                  <a:pt x="138446" y="227446"/>
                </a:cubicBezTo>
                <a:cubicBezTo>
                  <a:pt x="214900" y="227446"/>
                  <a:pt x="276891" y="205320"/>
                  <a:pt x="276891" y="178001"/>
                </a:cubicBezTo>
                <a:lnTo>
                  <a:pt x="276891" y="127197"/>
                </a:lnTo>
                <a:close/>
                <a:moveTo>
                  <a:pt x="276891" y="79112"/>
                </a:moveTo>
                <a:lnTo>
                  <a:pt x="276891" y="49445"/>
                </a:lnTo>
                <a:cubicBezTo>
                  <a:pt x="276891" y="22127"/>
                  <a:pt x="214900" y="0"/>
                  <a:pt x="138446" y="0"/>
                </a:cubicBezTo>
                <a:cubicBezTo>
                  <a:pt x="61991" y="0"/>
                  <a:pt x="0" y="22127"/>
                  <a:pt x="0" y="49445"/>
                </a:cubicBezTo>
                <a:lnTo>
                  <a:pt x="0" y="79112"/>
                </a:lnTo>
                <a:cubicBezTo>
                  <a:pt x="0" y="106430"/>
                  <a:pt x="61991" y="128557"/>
                  <a:pt x="138446" y="128557"/>
                </a:cubicBezTo>
                <a:cubicBezTo>
                  <a:pt x="214900" y="128557"/>
                  <a:pt x="276891" y="106430"/>
                  <a:pt x="276891" y="79112"/>
                </a:cubicBezTo>
                <a:close/>
                <a:moveTo>
                  <a:pt x="246297" y="240920"/>
                </a:moveTo>
                <a:cubicBezTo>
                  <a:pt x="217310" y="251242"/>
                  <a:pt x="179176" y="257113"/>
                  <a:pt x="138446" y="257113"/>
                </a:cubicBezTo>
                <a:cubicBezTo>
                  <a:pt x="97715" y="257113"/>
                  <a:pt x="59581" y="251242"/>
                  <a:pt x="30594" y="240920"/>
                </a:cubicBezTo>
                <a:cubicBezTo>
                  <a:pt x="19716" y="237026"/>
                  <a:pt x="9147" y="232144"/>
                  <a:pt x="0" y="226087"/>
                </a:cubicBezTo>
                <a:lnTo>
                  <a:pt x="0" y="267002"/>
                </a:lnTo>
                <a:cubicBezTo>
                  <a:pt x="0" y="294320"/>
                  <a:pt x="61991" y="316447"/>
                  <a:pt x="138446" y="316447"/>
                </a:cubicBezTo>
                <a:cubicBezTo>
                  <a:pt x="214900" y="316447"/>
                  <a:pt x="276891" y="294320"/>
                  <a:pt x="276891" y="267002"/>
                </a:cubicBezTo>
                <a:lnTo>
                  <a:pt x="276891" y="226087"/>
                </a:lnTo>
                <a:cubicBezTo>
                  <a:pt x="267744" y="232144"/>
                  <a:pt x="257237" y="237026"/>
                  <a:pt x="246297" y="24092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824" y="5907011"/>
            <a:ext cx="304140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4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Update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81614" y="6223458"/>
            <a:ext cx="3023827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stores transaction and updates book availability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963367" y="5537823"/>
            <a:ext cx="316447" cy="316447"/>
          </a:xfrm>
          <a:custGeom>
            <a:avLst/>
            <a:gdLst/>
            <a:ahLst/>
            <a:cxnLst/>
            <a:rect l="l" t="t" r="r" b="b"/>
            <a:pathLst>
              <a:path w="316447" h="316447">
                <a:moveTo>
                  <a:pt x="310637" y="172192"/>
                </a:moveTo>
                <a:cubicBezTo>
                  <a:pt x="318363" y="164466"/>
                  <a:pt x="318363" y="151919"/>
                  <a:pt x="310637" y="144194"/>
                </a:cubicBezTo>
                <a:lnTo>
                  <a:pt x="211748" y="45304"/>
                </a:lnTo>
                <a:cubicBezTo>
                  <a:pt x="204022" y="37578"/>
                  <a:pt x="191475" y="37578"/>
                  <a:pt x="183749" y="45304"/>
                </a:cubicBezTo>
                <a:cubicBezTo>
                  <a:pt x="176024" y="53030"/>
                  <a:pt x="176024" y="65576"/>
                  <a:pt x="183749" y="73302"/>
                </a:cubicBezTo>
                <a:lnTo>
                  <a:pt x="248893" y="138446"/>
                </a:lnTo>
                <a:lnTo>
                  <a:pt x="19778" y="138446"/>
                </a:lnTo>
                <a:cubicBezTo>
                  <a:pt x="8838" y="138446"/>
                  <a:pt x="0" y="147284"/>
                  <a:pt x="0" y="158224"/>
                </a:cubicBezTo>
                <a:cubicBezTo>
                  <a:pt x="0" y="169163"/>
                  <a:pt x="8838" y="178001"/>
                  <a:pt x="19778" y="178001"/>
                </a:cubicBezTo>
                <a:lnTo>
                  <a:pt x="248893" y="178001"/>
                </a:lnTo>
                <a:lnTo>
                  <a:pt x="183749" y="243145"/>
                </a:lnTo>
                <a:cubicBezTo>
                  <a:pt x="176024" y="250871"/>
                  <a:pt x="176024" y="263417"/>
                  <a:pt x="183749" y="271143"/>
                </a:cubicBezTo>
                <a:cubicBezTo>
                  <a:pt x="191475" y="278869"/>
                  <a:pt x="204022" y="278869"/>
                  <a:pt x="211748" y="271143"/>
                </a:cubicBezTo>
                <a:lnTo>
                  <a:pt x="310637" y="172253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46" name="Shape 44"/>
          <p:cNvSpPr/>
          <p:nvPr/>
        </p:nvSpPr>
        <p:spPr>
          <a:xfrm>
            <a:off x="8460013" y="4553321"/>
            <a:ext cx="3375435" cy="2303031"/>
          </a:xfrm>
          <a:custGeom>
            <a:avLst/>
            <a:gdLst/>
            <a:ahLst/>
            <a:cxnLst/>
            <a:rect l="l" t="t" r="r" b="b"/>
            <a:pathLst>
              <a:path w="3375435" h="2303031">
                <a:moveTo>
                  <a:pt x="35161" y="0"/>
                </a:moveTo>
                <a:lnTo>
                  <a:pt x="3340274" y="0"/>
                </a:lnTo>
                <a:cubicBezTo>
                  <a:pt x="3359693" y="0"/>
                  <a:pt x="3375435" y="15742"/>
                  <a:pt x="3375435" y="35161"/>
                </a:cubicBezTo>
                <a:lnTo>
                  <a:pt x="3375435" y="2197552"/>
                </a:lnTo>
                <a:cubicBezTo>
                  <a:pt x="3375435" y="2255807"/>
                  <a:pt x="3328210" y="2303031"/>
                  <a:pt x="3269956" y="2303031"/>
                </a:cubicBezTo>
                <a:lnTo>
                  <a:pt x="105479" y="2303031"/>
                </a:lnTo>
                <a:cubicBezTo>
                  <a:pt x="47224" y="2303031"/>
                  <a:pt x="0" y="2255807"/>
                  <a:pt x="0" y="219755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460013" y="4553321"/>
            <a:ext cx="3375435" cy="35161"/>
          </a:xfrm>
          <a:custGeom>
            <a:avLst/>
            <a:gdLst/>
            <a:ahLst/>
            <a:cxnLst/>
            <a:rect l="l" t="t" r="r" b="b"/>
            <a:pathLst>
              <a:path w="3375435" h="35161">
                <a:moveTo>
                  <a:pt x="35161" y="0"/>
                </a:moveTo>
                <a:lnTo>
                  <a:pt x="3340274" y="0"/>
                </a:lnTo>
                <a:cubicBezTo>
                  <a:pt x="3359693" y="0"/>
                  <a:pt x="3375435" y="15742"/>
                  <a:pt x="3375435" y="35161"/>
                </a:cubicBezTo>
                <a:lnTo>
                  <a:pt x="3375435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48" name="Shape 46"/>
          <p:cNvSpPr/>
          <p:nvPr/>
        </p:nvSpPr>
        <p:spPr>
          <a:xfrm>
            <a:off x="9867406" y="4781866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281286" y="0"/>
                </a:moveTo>
                <a:lnTo>
                  <a:pt x="281286" y="0"/>
                </a:lnTo>
                <a:cubicBezTo>
                  <a:pt x="436532" y="0"/>
                  <a:pt x="562572" y="126040"/>
                  <a:pt x="562572" y="281286"/>
                </a:cubicBezTo>
                <a:lnTo>
                  <a:pt x="562572" y="281286"/>
                </a:lnTo>
                <a:cubicBezTo>
                  <a:pt x="562572" y="436532"/>
                  <a:pt x="436532" y="562572"/>
                  <a:pt x="281286" y="562572"/>
                </a:cubicBezTo>
                <a:lnTo>
                  <a:pt x="281286" y="562572"/>
                </a:lnTo>
                <a:cubicBezTo>
                  <a:pt x="126040" y="562572"/>
                  <a:pt x="0" y="436532"/>
                  <a:pt x="0" y="281286"/>
                </a:cubicBezTo>
                <a:lnTo>
                  <a:pt x="0" y="281286"/>
                </a:lnTo>
                <a:cubicBezTo>
                  <a:pt x="0" y="126040"/>
                  <a:pt x="126040" y="0"/>
                  <a:pt x="281286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49" name="Text 47"/>
          <p:cNvSpPr/>
          <p:nvPr/>
        </p:nvSpPr>
        <p:spPr>
          <a:xfrm>
            <a:off x="10003791" y="4904929"/>
            <a:ext cx="290076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990468" y="5485081"/>
            <a:ext cx="316447" cy="316447"/>
          </a:xfrm>
          <a:custGeom>
            <a:avLst/>
            <a:gdLst/>
            <a:ahLst/>
            <a:cxnLst/>
            <a:rect l="l" t="t" r="r" b="b"/>
            <a:pathLst>
              <a:path w="316447" h="316447">
                <a:moveTo>
                  <a:pt x="158224" y="316447"/>
                </a:moveTo>
                <a:cubicBezTo>
                  <a:pt x="245549" y="316447"/>
                  <a:pt x="316447" y="245549"/>
                  <a:pt x="316447" y="158224"/>
                </a:cubicBezTo>
                <a:cubicBezTo>
                  <a:pt x="316447" y="70898"/>
                  <a:pt x="245549" y="0"/>
                  <a:pt x="158224" y="0"/>
                </a:cubicBezTo>
                <a:cubicBezTo>
                  <a:pt x="70898" y="0"/>
                  <a:pt x="0" y="70898"/>
                  <a:pt x="0" y="158224"/>
                </a:cubicBezTo>
                <a:cubicBezTo>
                  <a:pt x="0" y="245549"/>
                  <a:pt x="70898" y="316447"/>
                  <a:pt x="158224" y="316447"/>
                </a:cubicBezTo>
                <a:close/>
                <a:moveTo>
                  <a:pt x="210388" y="131461"/>
                </a:moveTo>
                <a:lnTo>
                  <a:pt x="160943" y="210573"/>
                </a:lnTo>
                <a:cubicBezTo>
                  <a:pt x="158347" y="214714"/>
                  <a:pt x="153897" y="217310"/>
                  <a:pt x="149014" y="217557"/>
                </a:cubicBezTo>
                <a:cubicBezTo>
                  <a:pt x="144132" y="217805"/>
                  <a:pt x="139434" y="215580"/>
                  <a:pt x="136530" y="211624"/>
                </a:cubicBezTo>
                <a:lnTo>
                  <a:pt x="106863" y="172068"/>
                </a:lnTo>
                <a:cubicBezTo>
                  <a:pt x="101918" y="165517"/>
                  <a:pt x="103278" y="156246"/>
                  <a:pt x="109829" y="151301"/>
                </a:cubicBezTo>
                <a:cubicBezTo>
                  <a:pt x="116381" y="146357"/>
                  <a:pt x="125652" y="147716"/>
                  <a:pt x="130596" y="154268"/>
                </a:cubicBezTo>
                <a:lnTo>
                  <a:pt x="147284" y="176518"/>
                </a:lnTo>
                <a:lnTo>
                  <a:pt x="185233" y="115763"/>
                </a:lnTo>
                <a:cubicBezTo>
                  <a:pt x="189559" y="108840"/>
                  <a:pt x="198706" y="106677"/>
                  <a:pt x="205691" y="111065"/>
                </a:cubicBezTo>
                <a:cubicBezTo>
                  <a:pt x="212675" y="115454"/>
                  <a:pt x="214776" y="124539"/>
                  <a:pt x="210388" y="131523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1" name="Text 49"/>
          <p:cNvSpPr/>
          <p:nvPr/>
        </p:nvSpPr>
        <p:spPr>
          <a:xfrm>
            <a:off x="8627027" y="5907011"/>
            <a:ext cx="304140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4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Confirmation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35817" y="6223458"/>
            <a:ext cx="3023827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confirms successful book issuance to customer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934" y="354934"/>
            <a:ext cx="70987" cy="425921"/>
          </a:xfrm>
          <a:custGeom>
            <a:avLst/>
            <a:gdLst/>
            <a:ahLst/>
            <a:cxnLst/>
            <a:rect l="l" t="t" r="r" b="b"/>
            <a:pathLst>
              <a:path w="70987" h="425921">
                <a:moveTo>
                  <a:pt x="0" y="0"/>
                </a:moveTo>
                <a:lnTo>
                  <a:pt x="70987" y="0"/>
                </a:lnTo>
                <a:lnTo>
                  <a:pt x="70987" y="425921"/>
                </a:lnTo>
                <a:lnTo>
                  <a:pt x="0" y="425921"/>
                </a:lnTo>
                <a:lnTo>
                  <a:pt x="0" y="0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" name="Text 1"/>
          <p:cNvSpPr/>
          <p:nvPr/>
        </p:nvSpPr>
        <p:spPr>
          <a:xfrm>
            <a:off x="567895" y="354934"/>
            <a:ext cx="5288524" cy="42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54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 vs Class Diagram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7895" y="887336"/>
            <a:ext cx="851843" cy="35493"/>
          </a:xfrm>
          <a:custGeom>
            <a:avLst/>
            <a:gdLst/>
            <a:ahLst/>
            <a:cxnLst/>
            <a:rect l="l" t="t" r="r" b="b"/>
            <a:pathLst>
              <a:path w="851843" h="35493">
                <a:moveTo>
                  <a:pt x="0" y="0"/>
                </a:moveTo>
                <a:lnTo>
                  <a:pt x="851843" y="0"/>
                </a:lnTo>
                <a:lnTo>
                  <a:pt x="851843" y="35493"/>
                </a:lnTo>
                <a:lnTo>
                  <a:pt x="0" y="35493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" name="Shape 3"/>
          <p:cNvSpPr/>
          <p:nvPr/>
        </p:nvSpPr>
        <p:spPr>
          <a:xfrm>
            <a:off x="354934" y="1135790"/>
            <a:ext cx="11482131" cy="4268087"/>
          </a:xfrm>
          <a:custGeom>
            <a:avLst/>
            <a:gdLst/>
            <a:ahLst/>
            <a:cxnLst/>
            <a:rect l="l" t="t" r="r" b="b"/>
            <a:pathLst>
              <a:path w="11482131" h="4268087">
                <a:moveTo>
                  <a:pt x="106489" y="0"/>
                </a:moveTo>
                <a:lnTo>
                  <a:pt x="11375642" y="0"/>
                </a:lnTo>
                <a:cubicBezTo>
                  <a:pt x="11434454" y="0"/>
                  <a:pt x="11482131" y="47677"/>
                  <a:pt x="11482131" y="106489"/>
                </a:cubicBezTo>
                <a:lnTo>
                  <a:pt x="11482131" y="4161599"/>
                </a:lnTo>
                <a:cubicBezTo>
                  <a:pt x="11482131" y="4220411"/>
                  <a:pt x="11434454" y="4268087"/>
                  <a:pt x="11375642" y="4268087"/>
                </a:cubicBezTo>
                <a:lnTo>
                  <a:pt x="106489" y="4268087"/>
                </a:lnTo>
                <a:cubicBezTo>
                  <a:pt x="47677" y="4268087"/>
                  <a:pt x="0" y="4220411"/>
                  <a:pt x="0" y="4161599"/>
                </a:cubicBezTo>
                <a:lnTo>
                  <a:pt x="0" y="106489"/>
                </a:lnTo>
                <a:cubicBezTo>
                  <a:pt x="0" y="47716"/>
                  <a:pt x="47716" y="0"/>
                  <a:pt x="1064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100" dist="887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4934" y="1135790"/>
            <a:ext cx="11482131" cy="603389"/>
          </a:xfrm>
          <a:custGeom>
            <a:avLst/>
            <a:gdLst/>
            <a:ahLst/>
            <a:cxnLst/>
            <a:rect l="l" t="t" r="r" b="b"/>
            <a:pathLst>
              <a:path w="11482131" h="603389">
                <a:moveTo>
                  <a:pt x="0" y="0"/>
                </a:moveTo>
                <a:lnTo>
                  <a:pt x="11482131" y="0"/>
                </a:lnTo>
                <a:lnTo>
                  <a:pt x="11482131" y="603389"/>
                </a:lnTo>
                <a:lnTo>
                  <a:pt x="0" y="603389"/>
                </a:lnTo>
                <a:lnTo>
                  <a:pt x="0" y="0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7" name="Text 5"/>
          <p:cNvSpPr/>
          <p:nvPr/>
        </p:nvSpPr>
        <p:spPr>
          <a:xfrm>
            <a:off x="532402" y="1313258"/>
            <a:ext cx="3797799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Aspect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97655" y="1313258"/>
            <a:ext cx="3797799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 Diagram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07414" y="1313258"/>
            <a:ext cx="3797799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Diagram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4934" y="2347004"/>
            <a:ext cx="11482131" cy="8873"/>
          </a:xfrm>
          <a:custGeom>
            <a:avLst/>
            <a:gdLst/>
            <a:ahLst/>
            <a:cxnLst/>
            <a:rect l="l" t="t" r="r" b="b"/>
            <a:pathLst>
              <a:path w="11482131" h="8873">
                <a:moveTo>
                  <a:pt x="0" y="0"/>
                </a:moveTo>
                <a:lnTo>
                  <a:pt x="11482131" y="0"/>
                </a:lnTo>
                <a:lnTo>
                  <a:pt x="11482131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94A3B8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2402" y="1916646"/>
            <a:ext cx="3788926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528" y="1934393"/>
            <a:ext cx="378005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functionality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16287" y="1934393"/>
            <a:ext cx="378005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structure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4934" y="2959266"/>
            <a:ext cx="11482131" cy="8873"/>
          </a:xfrm>
          <a:custGeom>
            <a:avLst/>
            <a:gdLst/>
            <a:ahLst/>
            <a:cxnLst/>
            <a:rect l="l" t="t" r="r" b="b"/>
            <a:pathLst>
              <a:path w="11482131" h="8873">
                <a:moveTo>
                  <a:pt x="0" y="0"/>
                </a:moveTo>
                <a:lnTo>
                  <a:pt x="11482131" y="0"/>
                </a:lnTo>
                <a:lnTo>
                  <a:pt x="11482131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94A3B8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32402" y="2528908"/>
            <a:ext cx="3788926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63881" y="2520035"/>
            <a:ext cx="1866040" cy="266201"/>
          </a:xfrm>
          <a:custGeom>
            <a:avLst/>
            <a:gdLst/>
            <a:ahLst/>
            <a:cxnLst/>
            <a:rect l="l" t="t" r="r" b="b"/>
            <a:pathLst>
              <a:path w="1866040" h="266201">
                <a:moveTo>
                  <a:pt x="133100" y="0"/>
                </a:moveTo>
                <a:lnTo>
                  <a:pt x="1732940" y="0"/>
                </a:lnTo>
                <a:cubicBezTo>
                  <a:pt x="1806449" y="0"/>
                  <a:pt x="1866040" y="59591"/>
                  <a:pt x="1866040" y="133100"/>
                </a:cubicBezTo>
                <a:lnTo>
                  <a:pt x="1866040" y="133100"/>
                </a:lnTo>
                <a:cubicBezTo>
                  <a:pt x="1866040" y="206610"/>
                  <a:pt x="1806449" y="266201"/>
                  <a:pt x="1732940" y="266201"/>
                </a:cubicBezTo>
                <a:lnTo>
                  <a:pt x="133100" y="266201"/>
                </a:lnTo>
                <a:cubicBezTo>
                  <a:pt x="59591" y="266201"/>
                  <a:pt x="0" y="206610"/>
                  <a:pt x="0" y="133100"/>
                </a:cubicBezTo>
                <a:lnTo>
                  <a:pt x="0" y="133100"/>
                </a:lnTo>
                <a:cubicBezTo>
                  <a:pt x="0" y="59591"/>
                  <a:pt x="59591" y="0"/>
                  <a:pt x="133100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128388" y="2520035"/>
            <a:ext cx="1937027" cy="266201"/>
          </a:xfrm>
          <a:prstGeom prst="rect">
            <a:avLst/>
          </a:prstGeom>
          <a:noFill/>
          <a:ln/>
        </p:spPr>
        <p:txBody>
          <a:bodyPr wrap="square" lIns="106480" tIns="35493" rIns="106480" bIns="35493" rtlCol="0" anchor="ctr"/>
          <a:lstStyle/>
          <a:p>
            <a:pPr algn="ctr">
              <a:lnSpc>
                <a:spcPct val="130000"/>
              </a:lnSpc>
            </a:pPr>
            <a:r>
              <a:rPr lang="en-US" sz="1118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does the system do?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41438" y="2520035"/>
            <a:ext cx="1730306" cy="266201"/>
          </a:xfrm>
          <a:custGeom>
            <a:avLst/>
            <a:gdLst/>
            <a:ahLst/>
            <a:cxnLst/>
            <a:rect l="l" t="t" r="r" b="b"/>
            <a:pathLst>
              <a:path w="1730306" h="266201">
                <a:moveTo>
                  <a:pt x="133100" y="0"/>
                </a:moveTo>
                <a:lnTo>
                  <a:pt x="1597205" y="0"/>
                </a:lnTo>
                <a:cubicBezTo>
                  <a:pt x="1670715" y="0"/>
                  <a:pt x="1730306" y="59591"/>
                  <a:pt x="1730306" y="133100"/>
                </a:cubicBezTo>
                <a:lnTo>
                  <a:pt x="1730306" y="133100"/>
                </a:lnTo>
                <a:cubicBezTo>
                  <a:pt x="1730306" y="206610"/>
                  <a:pt x="1670715" y="266201"/>
                  <a:pt x="1597205" y="266201"/>
                </a:cubicBezTo>
                <a:lnTo>
                  <a:pt x="133100" y="266201"/>
                </a:lnTo>
                <a:cubicBezTo>
                  <a:pt x="59591" y="266201"/>
                  <a:pt x="0" y="206610"/>
                  <a:pt x="0" y="133100"/>
                </a:cubicBezTo>
                <a:lnTo>
                  <a:pt x="0" y="133100"/>
                </a:lnTo>
                <a:cubicBezTo>
                  <a:pt x="0" y="59591"/>
                  <a:pt x="59591" y="0"/>
                  <a:pt x="133100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905944" y="2520035"/>
            <a:ext cx="1801293" cy="266201"/>
          </a:xfrm>
          <a:prstGeom prst="rect">
            <a:avLst/>
          </a:prstGeom>
          <a:noFill/>
          <a:ln/>
        </p:spPr>
        <p:txBody>
          <a:bodyPr wrap="square" lIns="106480" tIns="35493" rIns="106480" bIns="35493" rtlCol="0" anchor="ctr"/>
          <a:lstStyle/>
          <a:p>
            <a:pPr algn="ctr">
              <a:lnSpc>
                <a:spcPct val="130000"/>
              </a:lnSpc>
            </a:pPr>
            <a:r>
              <a:rPr lang="en-US" sz="1118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is the system built?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4934" y="3571528"/>
            <a:ext cx="11482131" cy="8873"/>
          </a:xfrm>
          <a:custGeom>
            <a:avLst/>
            <a:gdLst/>
            <a:ahLst/>
            <a:cxnLst/>
            <a:rect l="l" t="t" r="r" b="b"/>
            <a:pathLst>
              <a:path w="11482131" h="8873">
                <a:moveTo>
                  <a:pt x="0" y="0"/>
                </a:moveTo>
                <a:lnTo>
                  <a:pt x="11482131" y="0"/>
                </a:lnTo>
                <a:lnTo>
                  <a:pt x="11482131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94A3B8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32402" y="3141170"/>
            <a:ext cx="3788926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Viewpoint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06528" y="3158917"/>
            <a:ext cx="378005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perspective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16287" y="3158917"/>
            <a:ext cx="378005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Developer/design perspective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4934" y="4183790"/>
            <a:ext cx="11482131" cy="8873"/>
          </a:xfrm>
          <a:custGeom>
            <a:avLst/>
            <a:gdLst/>
            <a:ahLst/>
            <a:cxnLst/>
            <a:rect l="l" t="t" r="r" b="b"/>
            <a:pathLst>
              <a:path w="11482131" h="8873">
                <a:moveTo>
                  <a:pt x="0" y="0"/>
                </a:moveTo>
                <a:lnTo>
                  <a:pt x="11482131" y="0"/>
                </a:lnTo>
                <a:lnTo>
                  <a:pt x="11482131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94A3B8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32402" y="3753432"/>
            <a:ext cx="3788926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06528" y="3771179"/>
            <a:ext cx="378005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High-level behavior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16287" y="3771179"/>
            <a:ext cx="378005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static design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54934" y="4796052"/>
            <a:ext cx="11482131" cy="8873"/>
          </a:xfrm>
          <a:custGeom>
            <a:avLst/>
            <a:gdLst/>
            <a:ahLst/>
            <a:cxnLst/>
            <a:rect l="l" t="t" r="r" b="b"/>
            <a:pathLst>
              <a:path w="11482131" h="8873">
                <a:moveTo>
                  <a:pt x="0" y="0"/>
                </a:moveTo>
                <a:lnTo>
                  <a:pt x="11482131" y="0"/>
                </a:lnTo>
                <a:lnTo>
                  <a:pt x="11482131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94A3B8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32402" y="4365694"/>
            <a:ext cx="3788926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Use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06528" y="4383441"/>
            <a:ext cx="378005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 gathering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16287" y="4383441"/>
            <a:ext cx="378005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planning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402" y="4977956"/>
            <a:ext cx="3788926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06528" y="4995703"/>
            <a:ext cx="378005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Stakeholders, clients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16287" y="4995703"/>
            <a:ext cx="378005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Developers, architects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54933" y="5544742"/>
            <a:ext cx="11482131" cy="1242271"/>
          </a:xfrm>
          <a:custGeom>
            <a:avLst/>
            <a:gdLst/>
            <a:ahLst/>
            <a:cxnLst/>
            <a:rect l="l" t="t" r="r" b="b"/>
            <a:pathLst>
              <a:path w="11482131" h="1242271">
                <a:moveTo>
                  <a:pt x="106475" y="0"/>
                </a:moveTo>
                <a:lnTo>
                  <a:pt x="11375656" y="0"/>
                </a:lnTo>
                <a:cubicBezTo>
                  <a:pt x="11434461" y="0"/>
                  <a:pt x="11482131" y="47670"/>
                  <a:pt x="11482131" y="106475"/>
                </a:cubicBezTo>
                <a:lnTo>
                  <a:pt x="11482131" y="1135796"/>
                </a:lnTo>
                <a:cubicBezTo>
                  <a:pt x="11482131" y="1194600"/>
                  <a:pt x="11434461" y="1242271"/>
                  <a:pt x="11375656" y="1242271"/>
                </a:cubicBezTo>
                <a:lnTo>
                  <a:pt x="106475" y="1242271"/>
                </a:lnTo>
                <a:cubicBezTo>
                  <a:pt x="47670" y="1242271"/>
                  <a:pt x="0" y="1194600"/>
                  <a:pt x="0" y="1135796"/>
                </a:cubicBezTo>
                <a:lnTo>
                  <a:pt x="0" y="106475"/>
                </a:lnTo>
                <a:cubicBezTo>
                  <a:pt x="0" y="47710"/>
                  <a:pt x="47710" y="0"/>
                  <a:pt x="106475" y="0"/>
                </a:cubicBezTo>
                <a:close/>
              </a:path>
            </a:pathLst>
          </a:custGeom>
          <a:solidFill>
            <a:srgbClr val="0A9396"/>
          </a:solidFill>
          <a:ln/>
          <a:effectLst>
            <a:outerShdw blurRad="133100" dist="887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7755" y="6078253"/>
            <a:ext cx="239581" cy="319441"/>
          </a:xfrm>
          <a:custGeom>
            <a:avLst/>
            <a:gdLst/>
            <a:ahLst/>
            <a:cxnLst/>
            <a:rect l="l" t="t" r="r" b="b"/>
            <a:pathLst>
              <a:path w="239581" h="319441">
                <a:moveTo>
                  <a:pt x="182743" y="239581"/>
                </a:moveTo>
                <a:cubicBezTo>
                  <a:pt x="187297" y="225668"/>
                  <a:pt x="196406" y="213065"/>
                  <a:pt x="206701" y="202209"/>
                </a:cubicBezTo>
                <a:cubicBezTo>
                  <a:pt x="227103" y="180746"/>
                  <a:pt x="239581" y="151734"/>
                  <a:pt x="239581" y="119790"/>
                </a:cubicBezTo>
                <a:cubicBezTo>
                  <a:pt x="239581" y="53656"/>
                  <a:pt x="185925" y="0"/>
                  <a:pt x="119790" y="0"/>
                </a:cubicBezTo>
                <a:cubicBezTo>
                  <a:pt x="53656" y="0"/>
                  <a:pt x="0" y="53656"/>
                  <a:pt x="0" y="119790"/>
                </a:cubicBezTo>
                <a:cubicBezTo>
                  <a:pt x="0" y="151734"/>
                  <a:pt x="12478" y="180746"/>
                  <a:pt x="32880" y="202209"/>
                </a:cubicBezTo>
                <a:cubicBezTo>
                  <a:pt x="43174" y="213065"/>
                  <a:pt x="52346" y="225668"/>
                  <a:pt x="56838" y="239581"/>
                </a:cubicBezTo>
                <a:lnTo>
                  <a:pt x="182680" y="239581"/>
                </a:lnTo>
                <a:close/>
                <a:moveTo>
                  <a:pt x="179686" y="269528"/>
                </a:moveTo>
                <a:lnTo>
                  <a:pt x="59895" y="269528"/>
                </a:lnTo>
                <a:lnTo>
                  <a:pt x="59895" y="279511"/>
                </a:lnTo>
                <a:cubicBezTo>
                  <a:pt x="59895" y="307088"/>
                  <a:pt x="82231" y="329424"/>
                  <a:pt x="109808" y="329424"/>
                </a:cubicBezTo>
                <a:lnTo>
                  <a:pt x="129773" y="329424"/>
                </a:lnTo>
                <a:cubicBezTo>
                  <a:pt x="157350" y="329424"/>
                  <a:pt x="179686" y="307088"/>
                  <a:pt x="179686" y="279511"/>
                </a:cubicBezTo>
                <a:lnTo>
                  <a:pt x="179686" y="269528"/>
                </a:lnTo>
                <a:close/>
                <a:moveTo>
                  <a:pt x="114799" y="69878"/>
                </a:moveTo>
                <a:cubicBezTo>
                  <a:pt x="89968" y="69878"/>
                  <a:pt x="69878" y="89968"/>
                  <a:pt x="69878" y="114799"/>
                </a:cubicBezTo>
                <a:cubicBezTo>
                  <a:pt x="69878" y="123097"/>
                  <a:pt x="63202" y="129773"/>
                  <a:pt x="54904" y="129773"/>
                </a:cubicBezTo>
                <a:cubicBezTo>
                  <a:pt x="46606" y="129773"/>
                  <a:pt x="39930" y="123097"/>
                  <a:pt x="39930" y="114799"/>
                </a:cubicBezTo>
                <a:cubicBezTo>
                  <a:pt x="39930" y="73434"/>
                  <a:pt x="73434" y="39930"/>
                  <a:pt x="114799" y="39930"/>
                </a:cubicBezTo>
                <a:cubicBezTo>
                  <a:pt x="123097" y="39930"/>
                  <a:pt x="129773" y="46606"/>
                  <a:pt x="129773" y="54904"/>
                </a:cubicBezTo>
                <a:cubicBezTo>
                  <a:pt x="129773" y="63202"/>
                  <a:pt x="123097" y="69878"/>
                  <a:pt x="114799" y="69878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7" name="Text 35"/>
          <p:cNvSpPr/>
          <p:nvPr/>
        </p:nvSpPr>
        <p:spPr>
          <a:xfrm>
            <a:off x="1109170" y="5829799"/>
            <a:ext cx="10603668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9170" y="6149240"/>
            <a:ext cx="10594795" cy="49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 Diagrams define </a:t>
            </a:r>
            <a:r>
              <a:rPr lang="en-US" sz="1258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needs to be built</a:t>
            </a:r>
            <a:r>
              <a:rPr lang="en-US" sz="1258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while Class Diagrams define </a:t>
            </a:r>
            <a:r>
              <a:rPr lang="en-US" sz="1258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will be built</a:t>
            </a:r>
            <a:r>
              <a:rPr lang="en-US" sz="1258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Together they connect user requirements with technical structure.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5716" y="375716"/>
            <a:ext cx="75143" cy="450860"/>
          </a:xfrm>
          <a:custGeom>
            <a:avLst/>
            <a:gdLst/>
            <a:ahLst/>
            <a:cxnLst/>
            <a:rect l="l" t="t" r="r" b="b"/>
            <a:pathLst>
              <a:path w="75143" h="450860">
                <a:moveTo>
                  <a:pt x="0" y="0"/>
                </a:moveTo>
                <a:lnTo>
                  <a:pt x="75143" y="0"/>
                </a:lnTo>
                <a:lnTo>
                  <a:pt x="75143" y="450860"/>
                </a:lnTo>
                <a:lnTo>
                  <a:pt x="0" y="450860"/>
                </a:lnTo>
                <a:lnTo>
                  <a:pt x="0" y="0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3" name="Text 1"/>
          <p:cNvSpPr/>
          <p:nvPr/>
        </p:nvSpPr>
        <p:spPr>
          <a:xfrm>
            <a:off x="601146" y="375716"/>
            <a:ext cx="5400924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UML Modeling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1146" y="939291"/>
            <a:ext cx="901720" cy="37572"/>
          </a:xfrm>
          <a:custGeom>
            <a:avLst/>
            <a:gdLst/>
            <a:ahLst/>
            <a:cxnLst/>
            <a:rect l="l" t="t" r="r" b="b"/>
            <a:pathLst>
              <a:path w="901720" h="37572">
                <a:moveTo>
                  <a:pt x="0" y="0"/>
                </a:moveTo>
                <a:lnTo>
                  <a:pt x="901720" y="0"/>
                </a:lnTo>
                <a:lnTo>
                  <a:pt x="901720" y="37572"/>
                </a:lnTo>
                <a:lnTo>
                  <a:pt x="0" y="37572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" name="Shape 3"/>
          <p:cNvSpPr/>
          <p:nvPr/>
        </p:nvSpPr>
        <p:spPr>
          <a:xfrm>
            <a:off x="394502" y="1277436"/>
            <a:ext cx="5551211" cy="2639408"/>
          </a:xfrm>
          <a:custGeom>
            <a:avLst/>
            <a:gdLst/>
            <a:ahLst/>
            <a:cxnLst/>
            <a:rect l="l" t="t" r="r" b="b"/>
            <a:pathLst>
              <a:path w="5551211" h="2639408">
                <a:moveTo>
                  <a:pt x="37572" y="0"/>
                </a:moveTo>
                <a:lnTo>
                  <a:pt x="5438508" y="0"/>
                </a:lnTo>
                <a:cubicBezTo>
                  <a:pt x="5500752" y="0"/>
                  <a:pt x="5551211" y="50459"/>
                  <a:pt x="5551211" y="112703"/>
                </a:cubicBezTo>
                <a:lnTo>
                  <a:pt x="5551211" y="2526706"/>
                </a:lnTo>
                <a:cubicBezTo>
                  <a:pt x="5551211" y="2588950"/>
                  <a:pt x="5500752" y="2639408"/>
                  <a:pt x="5438508" y="2639408"/>
                </a:cubicBezTo>
                <a:lnTo>
                  <a:pt x="37572" y="2639408"/>
                </a:lnTo>
                <a:cubicBezTo>
                  <a:pt x="16821" y="2639408"/>
                  <a:pt x="0" y="2622587"/>
                  <a:pt x="0" y="2601837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894" dist="939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4502" y="1277436"/>
            <a:ext cx="37572" cy="2639408"/>
          </a:xfrm>
          <a:custGeom>
            <a:avLst/>
            <a:gdLst/>
            <a:ahLst/>
            <a:cxnLst/>
            <a:rect l="l" t="t" r="r" b="b"/>
            <a:pathLst>
              <a:path w="37572" h="2639408">
                <a:moveTo>
                  <a:pt x="37572" y="0"/>
                </a:moveTo>
                <a:lnTo>
                  <a:pt x="37572" y="0"/>
                </a:lnTo>
                <a:lnTo>
                  <a:pt x="37572" y="2639408"/>
                </a:lnTo>
                <a:lnTo>
                  <a:pt x="37572" y="2639408"/>
                </a:lnTo>
                <a:cubicBezTo>
                  <a:pt x="16821" y="2639408"/>
                  <a:pt x="0" y="2622587"/>
                  <a:pt x="0" y="2601837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7" name="Shape 5"/>
          <p:cNvSpPr/>
          <p:nvPr/>
        </p:nvSpPr>
        <p:spPr>
          <a:xfrm>
            <a:off x="713861" y="1578009"/>
            <a:ext cx="751433" cy="751433"/>
          </a:xfrm>
          <a:custGeom>
            <a:avLst/>
            <a:gdLst/>
            <a:ahLst/>
            <a:cxnLst/>
            <a:rect l="l" t="t" r="r" b="b"/>
            <a:pathLst>
              <a:path w="751433" h="751433">
                <a:moveTo>
                  <a:pt x="150287" y="0"/>
                </a:moveTo>
                <a:lnTo>
                  <a:pt x="601146" y="0"/>
                </a:lnTo>
                <a:cubicBezTo>
                  <a:pt x="684147" y="0"/>
                  <a:pt x="751433" y="67286"/>
                  <a:pt x="751433" y="150287"/>
                </a:cubicBezTo>
                <a:lnTo>
                  <a:pt x="751433" y="601146"/>
                </a:lnTo>
                <a:cubicBezTo>
                  <a:pt x="751433" y="684147"/>
                  <a:pt x="684147" y="751433"/>
                  <a:pt x="601146" y="751433"/>
                </a:cubicBezTo>
                <a:lnTo>
                  <a:pt x="150287" y="751433"/>
                </a:lnTo>
                <a:cubicBezTo>
                  <a:pt x="67286" y="751433"/>
                  <a:pt x="0" y="684147"/>
                  <a:pt x="0" y="601146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8" name="Shape 6"/>
          <p:cNvSpPr/>
          <p:nvPr/>
        </p:nvSpPr>
        <p:spPr>
          <a:xfrm>
            <a:off x="899371" y="1784653"/>
            <a:ext cx="380413" cy="338145"/>
          </a:xfrm>
          <a:custGeom>
            <a:avLst/>
            <a:gdLst/>
            <a:ahLst/>
            <a:cxnLst/>
            <a:rect l="l" t="t" r="r" b="b"/>
            <a:pathLst>
              <a:path w="380413" h="338145">
                <a:moveTo>
                  <a:pt x="190206" y="21134"/>
                </a:moveTo>
                <a:cubicBezTo>
                  <a:pt x="136843" y="21134"/>
                  <a:pt x="94113" y="45438"/>
                  <a:pt x="63006" y="74365"/>
                </a:cubicBezTo>
                <a:cubicBezTo>
                  <a:pt x="32097" y="103095"/>
                  <a:pt x="11426" y="137371"/>
                  <a:pt x="1585" y="160949"/>
                </a:cubicBezTo>
                <a:cubicBezTo>
                  <a:pt x="-594" y="166166"/>
                  <a:pt x="-594" y="171978"/>
                  <a:pt x="1585" y="177196"/>
                </a:cubicBezTo>
                <a:cubicBezTo>
                  <a:pt x="11426" y="200773"/>
                  <a:pt x="32097" y="235116"/>
                  <a:pt x="63006" y="263779"/>
                </a:cubicBezTo>
                <a:cubicBezTo>
                  <a:pt x="94113" y="292641"/>
                  <a:pt x="136843" y="317011"/>
                  <a:pt x="190206" y="317011"/>
                </a:cubicBezTo>
                <a:cubicBezTo>
                  <a:pt x="243570" y="317011"/>
                  <a:pt x="286300" y="292707"/>
                  <a:pt x="317407" y="263779"/>
                </a:cubicBezTo>
                <a:cubicBezTo>
                  <a:pt x="348316" y="235050"/>
                  <a:pt x="368987" y="200773"/>
                  <a:pt x="378828" y="177196"/>
                </a:cubicBezTo>
                <a:cubicBezTo>
                  <a:pt x="381007" y="171978"/>
                  <a:pt x="381007" y="166166"/>
                  <a:pt x="378828" y="160949"/>
                </a:cubicBezTo>
                <a:cubicBezTo>
                  <a:pt x="368987" y="137371"/>
                  <a:pt x="348316" y="103029"/>
                  <a:pt x="317407" y="74365"/>
                </a:cubicBezTo>
                <a:cubicBezTo>
                  <a:pt x="286300" y="45504"/>
                  <a:pt x="243570" y="21134"/>
                  <a:pt x="190206" y="21134"/>
                </a:cubicBezTo>
                <a:close/>
                <a:moveTo>
                  <a:pt x="95103" y="169072"/>
                </a:moveTo>
                <a:cubicBezTo>
                  <a:pt x="95103" y="116584"/>
                  <a:pt x="137718" y="73969"/>
                  <a:pt x="190206" y="73969"/>
                </a:cubicBezTo>
                <a:cubicBezTo>
                  <a:pt x="242695" y="73969"/>
                  <a:pt x="285310" y="116584"/>
                  <a:pt x="285310" y="169072"/>
                </a:cubicBezTo>
                <a:cubicBezTo>
                  <a:pt x="285310" y="221561"/>
                  <a:pt x="242695" y="264176"/>
                  <a:pt x="190206" y="264176"/>
                </a:cubicBezTo>
                <a:cubicBezTo>
                  <a:pt x="137718" y="264176"/>
                  <a:pt x="95103" y="221561"/>
                  <a:pt x="95103" y="169072"/>
                </a:cubicBezTo>
                <a:close/>
                <a:moveTo>
                  <a:pt x="190206" y="126804"/>
                </a:moveTo>
                <a:cubicBezTo>
                  <a:pt x="190206" y="150118"/>
                  <a:pt x="171252" y="169072"/>
                  <a:pt x="147938" y="169072"/>
                </a:cubicBezTo>
                <a:cubicBezTo>
                  <a:pt x="140343" y="169072"/>
                  <a:pt x="133211" y="167091"/>
                  <a:pt x="127002" y="163525"/>
                </a:cubicBezTo>
                <a:cubicBezTo>
                  <a:pt x="126342" y="170724"/>
                  <a:pt x="126936" y="178120"/>
                  <a:pt x="128918" y="185451"/>
                </a:cubicBezTo>
                <a:cubicBezTo>
                  <a:pt x="137966" y="219266"/>
                  <a:pt x="172771" y="239343"/>
                  <a:pt x="206585" y="230295"/>
                </a:cubicBezTo>
                <a:cubicBezTo>
                  <a:pt x="240400" y="221247"/>
                  <a:pt x="260477" y="186442"/>
                  <a:pt x="251429" y="152627"/>
                </a:cubicBezTo>
                <a:cubicBezTo>
                  <a:pt x="243372" y="122445"/>
                  <a:pt x="214775" y="103227"/>
                  <a:pt x="184659" y="105868"/>
                </a:cubicBezTo>
                <a:cubicBezTo>
                  <a:pt x="188159" y="112010"/>
                  <a:pt x="190206" y="119143"/>
                  <a:pt x="190206" y="126804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1653153" y="1784653"/>
            <a:ext cx="3428413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9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Requirement Clarity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861" y="2517300"/>
            <a:ext cx="5015815" cy="1098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UML diagrams provide a visual representation of requirements that is easily understood by all stakeholders, eliminating ambiguity and ensuring everyone shares the same understanding of system functionality.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898" y="1277436"/>
            <a:ext cx="5551211" cy="2639408"/>
          </a:xfrm>
          <a:custGeom>
            <a:avLst/>
            <a:gdLst/>
            <a:ahLst/>
            <a:cxnLst/>
            <a:rect l="l" t="t" r="r" b="b"/>
            <a:pathLst>
              <a:path w="5551211" h="2639408">
                <a:moveTo>
                  <a:pt x="37572" y="0"/>
                </a:moveTo>
                <a:lnTo>
                  <a:pt x="5438508" y="0"/>
                </a:lnTo>
                <a:cubicBezTo>
                  <a:pt x="5500752" y="0"/>
                  <a:pt x="5551211" y="50459"/>
                  <a:pt x="5551211" y="112703"/>
                </a:cubicBezTo>
                <a:lnTo>
                  <a:pt x="5551211" y="2526706"/>
                </a:lnTo>
                <a:cubicBezTo>
                  <a:pt x="5551211" y="2588950"/>
                  <a:pt x="5500752" y="2639408"/>
                  <a:pt x="5438508" y="2639408"/>
                </a:cubicBezTo>
                <a:lnTo>
                  <a:pt x="37572" y="2639408"/>
                </a:lnTo>
                <a:cubicBezTo>
                  <a:pt x="16821" y="2639408"/>
                  <a:pt x="0" y="2622587"/>
                  <a:pt x="0" y="2601837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894" dist="939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898" y="1277436"/>
            <a:ext cx="37572" cy="2639408"/>
          </a:xfrm>
          <a:custGeom>
            <a:avLst/>
            <a:gdLst/>
            <a:ahLst/>
            <a:cxnLst/>
            <a:rect l="l" t="t" r="r" b="b"/>
            <a:pathLst>
              <a:path w="37572" h="2639408">
                <a:moveTo>
                  <a:pt x="37572" y="0"/>
                </a:moveTo>
                <a:lnTo>
                  <a:pt x="37572" y="0"/>
                </a:lnTo>
                <a:lnTo>
                  <a:pt x="37572" y="2639408"/>
                </a:lnTo>
                <a:lnTo>
                  <a:pt x="37572" y="2639408"/>
                </a:lnTo>
                <a:cubicBezTo>
                  <a:pt x="16821" y="2639408"/>
                  <a:pt x="0" y="2622587"/>
                  <a:pt x="0" y="2601837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257" y="1578009"/>
            <a:ext cx="751433" cy="751433"/>
          </a:xfrm>
          <a:custGeom>
            <a:avLst/>
            <a:gdLst/>
            <a:ahLst/>
            <a:cxnLst/>
            <a:rect l="l" t="t" r="r" b="b"/>
            <a:pathLst>
              <a:path w="751433" h="751433">
                <a:moveTo>
                  <a:pt x="150287" y="0"/>
                </a:moveTo>
                <a:lnTo>
                  <a:pt x="601146" y="0"/>
                </a:lnTo>
                <a:cubicBezTo>
                  <a:pt x="684147" y="0"/>
                  <a:pt x="751433" y="67286"/>
                  <a:pt x="751433" y="150287"/>
                </a:cubicBezTo>
                <a:lnTo>
                  <a:pt x="751433" y="601146"/>
                </a:lnTo>
                <a:cubicBezTo>
                  <a:pt x="751433" y="684147"/>
                  <a:pt x="684147" y="751433"/>
                  <a:pt x="601146" y="751433"/>
                </a:cubicBezTo>
                <a:lnTo>
                  <a:pt x="150287" y="751433"/>
                </a:lnTo>
                <a:cubicBezTo>
                  <a:pt x="67286" y="751433"/>
                  <a:pt x="0" y="684147"/>
                  <a:pt x="0" y="601146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4" name="Shape 12"/>
          <p:cNvSpPr/>
          <p:nvPr/>
        </p:nvSpPr>
        <p:spPr>
          <a:xfrm>
            <a:off x="6789901" y="1784653"/>
            <a:ext cx="338145" cy="338145"/>
          </a:xfrm>
          <a:custGeom>
            <a:avLst/>
            <a:gdLst/>
            <a:ahLst/>
            <a:cxnLst/>
            <a:rect l="l" t="t" r="r" b="b"/>
            <a:pathLst>
              <a:path w="338145" h="338145">
                <a:moveTo>
                  <a:pt x="169072" y="0"/>
                </a:moveTo>
                <a:cubicBezTo>
                  <a:pt x="172110" y="0"/>
                  <a:pt x="175148" y="660"/>
                  <a:pt x="177922" y="1915"/>
                </a:cubicBezTo>
                <a:lnTo>
                  <a:pt x="302349" y="54684"/>
                </a:lnTo>
                <a:cubicBezTo>
                  <a:pt x="316879" y="60826"/>
                  <a:pt x="327710" y="75158"/>
                  <a:pt x="327644" y="92461"/>
                </a:cubicBezTo>
                <a:cubicBezTo>
                  <a:pt x="327314" y="157977"/>
                  <a:pt x="300368" y="277847"/>
                  <a:pt x="186574" y="332333"/>
                </a:cubicBezTo>
                <a:cubicBezTo>
                  <a:pt x="175545" y="337616"/>
                  <a:pt x="162732" y="337616"/>
                  <a:pt x="151703" y="332333"/>
                </a:cubicBezTo>
                <a:cubicBezTo>
                  <a:pt x="37843" y="277847"/>
                  <a:pt x="10963" y="157977"/>
                  <a:pt x="10633" y="92461"/>
                </a:cubicBezTo>
                <a:cubicBezTo>
                  <a:pt x="10567" y="75158"/>
                  <a:pt x="21398" y="60826"/>
                  <a:pt x="35928" y="54684"/>
                </a:cubicBezTo>
                <a:lnTo>
                  <a:pt x="160289" y="1915"/>
                </a:lnTo>
                <a:cubicBezTo>
                  <a:pt x="163062" y="660"/>
                  <a:pt x="166034" y="0"/>
                  <a:pt x="169072" y="0"/>
                </a:cubicBezTo>
                <a:close/>
                <a:moveTo>
                  <a:pt x="169072" y="44117"/>
                </a:moveTo>
                <a:lnTo>
                  <a:pt x="169072" y="293829"/>
                </a:lnTo>
                <a:cubicBezTo>
                  <a:pt x="260213" y="249712"/>
                  <a:pt x="284715" y="151967"/>
                  <a:pt x="285310" y="93452"/>
                </a:cubicBezTo>
                <a:lnTo>
                  <a:pt x="169072" y="44183"/>
                </a:lnTo>
                <a:lnTo>
                  <a:pt x="169072" y="44183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7522549" y="1784653"/>
            <a:ext cx="2986946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9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Design Validation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257" y="2517300"/>
            <a:ext cx="5015815" cy="1098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Modeling before coding allows teams to identify design flaws, inconsistencies, and missing requirements early in the development cycle, when they are easier and less costly to fix.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4502" y="4217418"/>
            <a:ext cx="5551211" cy="2367014"/>
          </a:xfrm>
          <a:custGeom>
            <a:avLst/>
            <a:gdLst/>
            <a:ahLst/>
            <a:cxnLst/>
            <a:rect l="l" t="t" r="r" b="b"/>
            <a:pathLst>
              <a:path w="5551211" h="2367014">
                <a:moveTo>
                  <a:pt x="37572" y="0"/>
                </a:moveTo>
                <a:lnTo>
                  <a:pt x="5438494" y="0"/>
                </a:lnTo>
                <a:cubicBezTo>
                  <a:pt x="5500746" y="0"/>
                  <a:pt x="5551211" y="50465"/>
                  <a:pt x="5551211" y="112717"/>
                </a:cubicBezTo>
                <a:lnTo>
                  <a:pt x="5551211" y="2254297"/>
                </a:lnTo>
                <a:cubicBezTo>
                  <a:pt x="5551211" y="2316549"/>
                  <a:pt x="5500746" y="2367014"/>
                  <a:pt x="5438494" y="2367014"/>
                </a:cubicBezTo>
                <a:lnTo>
                  <a:pt x="37572" y="2367014"/>
                </a:lnTo>
                <a:cubicBezTo>
                  <a:pt x="16821" y="2367014"/>
                  <a:pt x="0" y="2350192"/>
                  <a:pt x="0" y="232944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894" dist="939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4502" y="4217418"/>
            <a:ext cx="37572" cy="2367014"/>
          </a:xfrm>
          <a:custGeom>
            <a:avLst/>
            <a:gdLst/>
            <a:ahLst/>
            <a:cxnLst/>
            <a:rect l="l" t="t" r="r" b="b"/>
            <a:pathLst>
              <a:path w="37572" h="2367014">
                <a:moveTo>
                  <a:pt x="37572" y="0"/>
                </a:moveTo>
                <a:lnTo>
                  <a:pt x="37572" y="0"/>
                </a:lnTo>
                <a:lnTo>
                  <a:pt x="37572" y="2367014"/>
                </a:lnTo>
                <a:lnTo>
                  <a:pt x="37572" y="2367014"/>
                </a:lnTo>
                <a:cubicBezTo>
                  <a:pt x="16821" y="2367014"/>
                  <a:pt x="0" y="2350192"/>
                  <a:pt x="0" y="232944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861" y="4517991"/>
            <a:ext cx="751433" cy="751433"/>
          </a:xfrm>
          <a:custGeom>
            <a:avLst/>
            <a:gdLst/>
            <a:ahLst/>
            <a:cxnLst/>
            <a:rect l="l" t="t" r="r" b="b"/>
            <a:pathLst>
              <a:path w="751433" h="751433">
                <a:moveTo>
                  <a:pt x="150287" y="0"/>
                </a:moveTo>
                <a:lnTo>
                  <a:pt x="601146" y="0"/>
                </a:lnTo>
                <a:cubicBezTo>
                  <a:pt x="684147" y="0"/>
                  <a:pt x="751433" y="67286"/>
                  <a:pt x="751433" y="150287"/>
                </a:cubicBezTo>
                <a:lnTo>
                  <a:pt x="751433" y="601146"/>
                </a:lnTo>
                <a:cubicBezTo>
                  <a:pt x="751433" y="684147"/>
                  <a:pt x="684147" y="751433"/>
                  <a:pt x="601146" y="751433"/>
                </a:cubicBezTo>
                <a:lnTo>
                  <a:pt x="150287" y="751433"/>
                </a:lnTo>
                <a:cubicBezTo>
                  <a:pt x="67286" y="751433"/>
                  <a:pt x="0" y="684147"/>
                  <a:pt x="0" y="601146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20" name="Shape 18"/>
          <p:cNvSpPr/>
          <p:nvPr/>
        </p:nvSpPr>
        <p:spPr>
          <a:xfrm>
            <a:off x="899371" y="4724635"/>
            <a:ext cx="380413" cy="338145"/>
          </a:xfrm>
          <a:custGeom>
            <a:avLst/>
            <a:gdLst/>
            <a:ahLst/>
            <a:cxnLst/>
            <a:rect l="l" t="t" r="r" b="b"/>
            <a:pathLst>
              <a:path w="380413" h="338145">
                <a:moveTo>
                  <a:pt x="126804" y="63402"/>
                </a:moveTo>
                <a:cubicBezTo>
                  <a:pt x="126804" y="28399"/>
                  <a:pt x="155203" y="0"/>
                  <a:pt x="190206" y="0"/>
                </a:cubicBezTo>
                <a:cubicBezTo>
                  <a:pt x="225210" y="0"/>
                  <a:pt x="253609" y="28399"/>
                  <a:pt x="253609" y="63402"/>
                </a:cubicBezTo>
                <a:lnTo>
                  <a:pt x="253609" y="65780"/>
                </a:lnTo>
                <a:cubicBezTo>
                  <a:pt x="253609" y="76149"/>
                  <a:pt x="245221" y="84536"/>
                  <a:pt x="234852" y="84536"/>
                </a:cubicBezTo>
                <a:lnTo>
                  <a:pt x="145627" y="84536"/>
                </a:lnTo>
                <a:cubicBezTo>
                  <a:pt x="135258" y="84536"/>
                  <a:pt x="126870" y="76149"/>
                  <a:pt x="126870" y="65780"/>
                </a:cubicBezTo>
                <a:lnTo>
                  <a:pt x="126870" y="63402"/>
                </a:lnTo>
                <a:close/>
                <a:moveTo>
                  <a:pt x="355052" y="71856"/>
                </a:moveTo>
                <a:cubicBezTo>
                  <a:pt x="362053" y="81168"/>
                  <a:pt x="360137" y="94443"/>
                  <a:pt x="350825" y="101443"/>
                </a:cubicBezTo>
                <a:lnTo>
                  <a:pt x="286234" y="149854"/>
                </a:lnTo>
                <a:cubicBezTo>
                  <a:pt x="289735" y="155732"/>
                  <a:pt x="292376" y="162204"/>
                  <a:pt x="294028" y="169072"/>
                </a:cubicBezTo>
                <a:lnTo>
                  <a:pt x="359279" y="169072"/>
                </a:lnTo>
                <a:cubicBezTo>
                  <a:pt x="370969" y="169072"/>
                  <a:pt x="380413" y="178517"/>
                  <a:pt x="380413" y="190206"/>
                </a:cubicBezTo>
                <a:cubicBezTo>
                  <a:pt x="380413" y="201896"/>
                  <a:pt x="370969" y="211341"/>
                  <a:pt x="359279" y="211341"/>
                </a:cubicBezTo>
                <a:lnTo>
                  <a:pt x="295877" y="211341"/>
                </a:lnTo>
                <a:lnTo>
                  <a:pt x="295877" y="232475"/>
                </a:lnTo>
                <a:cubicBezTo>
                  <a:pt x="295877" y="234192"/>
                  <a:pt x="295811" y="235975"/>
                  <a:pt x="295745" y="237692"/>
                </a:cubicBezTo>
                <a:lnTo>
                  <a:pt x="350825" y="278969"/>
                </a:lnTo>
                <a:cubicBezTo>
                  <a:pt x="360137" y="285970"/>
                  <a:pt x="362053" y="299245"/>
                  <a:pt x="355052" y="308557"/>
                </a:cubicBezTo>
                <a:cubicBezTo>
                  <a:pt x="348051" y="317869"/>
                  <a:pt x="334777" y="319785"/>
                  <a:pt x="325464" y="312784"/>
                </a:cubicBezTo>
                <a:lnTo>
                  <a:pt x="283791" y="281545"/>
                </a:lnTo>
                <a:cubicBezTo>
                  <a:pt x="268469" y="310737"/>
                  <a:pt x="239871" y="331871"/>
                  <a:pt x="206057" y="336956"/>
                </a:cubicBezTo>
                <a:lnTo>
                  <a:pt x="206057" y="184923"/>
                </a:lnTo>
                <a:cubicBezTo>
                  <a:pt x="206057" y="176139"/>
                  <a:pt x="198990" y="169072"/>
                  <a:pt x="190206" y="169072"/>
                </a:cubicBezTo>
                <a:cubicBezTo>
                  <a:pt x="181423" y="169072"/>
                  <a:pt x="174356" y="176139"/>
                  <a:pt x="174356" y="184923"/>
                </a:cubicBezTo>
                <a:lnTo>
                  <a:pt x="174356" y="336956"/>
                </a:lnTo>
                <a:cubicBezTo>
                  <a:pt x="140541" y="331871"/>
                  <a:pt x="111944" y="310737"/>
                  <a:pt x="96622" y="281545"/>
                </a:cubicBezTo>
                <a:lnTo>
                  <a:pt x="54949" y="312784"/>
                </a:lnTo>
                <a:cubicBezTo>
                  <a:pt x="45636" y="319785"/>
                  <a:pt x="32362" y="317869"/>
                  <a:pt x="25361" y="308557"/>
                </a:cubicBezTo>
                <a:cubicBezTo>
                  <a:pt x="18360" y="299245"/>
                  <a:pt x="20275" y="285970"/>
                  <a:pt x="29588" y="278969"/>
                </a:cubicBezTo>
                <a:lnTo>
                  <a:pt x="84668" y="237692"/>
                </a:lnTo>
                <a:cubicBezTo>
                  <a:pt x="84602" y="235975"/>
                  <a:pt x="84536" y="234258"/>
                  <a:pt x="84536" y="232475"/>
                </a:cubicBezTo>
                <a:lnTo>
                  <a:pt x="84536" y="211341"/>
                </a:lnTo>
                <a:lnTo>
                  <a:pt x="21134" y="211341"/>
                </a:lnTo>
                <a:cubicBezTo>
                  <a:pt x="9444" y="211341"/>
                  <a:pt x="0" y="201896"/>
                  <a:pt x="0" y="190206"/>
                </a:cubicBezTo>
                <a:cubicBezTo>
                  <a:pt x="0" y="178517"/>
                  <a:pt x="9444" y="169072"/>
                  <a:pt x="21134" y="169072"/>
                </a:cubicBezTo>
                <a:lnTo>
                  <a:pt x="86385" y="169072"/>
                </a:lnTo>
                <a:cubicBezTo>
                  <a:pt x="88037" y="162204"/>
                  <a:pt x="90678" y="155732"/>
                  <a:pt x="94179" y="149854"/>
                </a:cubicBezTo>
                <a:lnTo>
                  <a:pt x="29588" y="101443"/>
                </a:lnTo>
                <a:cubicBezTo>
                  <a:pt x="20275" y="94443"/>
                  <a:pt x="18360" y="81168"/>
                  <a:pt x="25361" y="71856"/>
                </a:cubicBezTo>
                <a:cubicBezTo>
                  <a:pt x="32362" y="62544"/>
                  <a:pt x="45636" y="60628"/>
                  <a:pt x="54949" y="67629"/>
                </a:cubicBezTo>
                <a:lnTo>
                  <a:pt x="126804" y="121521"/>
                </a:lnTo>
                <a:cubicBezTo>
                  <a:pt x="134928" y="118153"/>
                  <a:pt x="143844" y="116237"/>
                  <a:pt x="153222" y="116237"/>
                </a:cubicBezTo>
                <a:lnTo>
                  <a:pt x="227191" y="116237"/>
                </a:lnTo>
                <a:cubicBezTo>
                  <a:pt x="236569" y="116237"/>
                  <a:pt x="245485" y="118087"/>
                  <a:pt x="253609" y="121521"/>
                </a:cubicBezTo>
                <a:lnTo>
                  <a:pt x="325464" y="67629"/>
                </a:lnTo>
                <a:cubicBezTo>
                  <a:pt x="334777" y="60628"/>
                  <a:pt x="348051" y="62544"/>
                  <a:pt x="355052" y="71856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1653153" y="4724635"/>
            <a:ext cx="2057048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9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Errors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861" y="5457282"/>
            <a:ext cx="5015815" cy="82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visualizing system structure and behavior beforehand, potential issues in architecture, class relationships, and interaction flows can be caught and resolved before implementation begins.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3898" y="4217418"/>
            <a:ext cx="5551211" cy="2367014"/>
          </a:xfrm>
          <a:custGeom>
            <a:avLst/>
            <a:gdLst/>
            <a:ahLst/>
            <a:cxnLst/>
            <a:rect l="l" t="t" r="r" b="b"/>
            <a:pathLst>
              <a:path w="5551211" h="2367014">
                <a:moveTo>
                  <a:pt x="37572" y="0"/>
                </a:moveTo>
                <a:lnTo>
                  <a:pt x="5438494" y="0"/>
                </a:lnTo>
                <a:cubicBezTo>
                  <a:pt x="5500746" y="0"/>
                  <a:pt x="5551211" y="50465"/>
                  <a:pt x="5551211" y="112717"/>
                </a:cubicBezTo>
                <a:lnTo>
                  <a:pt x="5551211" y="2254297"/>
                </a:lnTo>
                <a:cubicBezTo>
                  <a:pt x="5551211" y="2316549"/>
                  <a:pt x="5500746" y="2367014"/>
                  <a:pt x="5438494" y="2367014"/>
                </a:cubicBezTo>
                <a:lnTo>
                  <a:pt x="37572" y="2367014"/>
                </a:lnTo>
                <a:cubicBezTo>
                  <a:pt x="16821" y="2367014"/>
                  <a:pt x="0" y="2350192"/>
                  <a:pt x="0" y="232944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894" dist="939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898" y="4217418"/>
            <a:ext cx="37572" cy="2367014"/>
          </a:xfrm>
          <a:custGeom>
            <a:avLst/>
            <a:gdLst/>
            <a:ahLst/>
            <a:cxnLst/>
            <a:rect l="l" t="t" r="r" b="b"/>
            <a:pathLst>
              <a:path w="37572" h="2367014">
                <a:moveTo>
                  <a:pt x="37572" y="0"/>
                </a:moveTo>
                <a:lnTo>
                  <a:pt x="37572" y="0"/>
                </a:lnTo>
                <a:lnTo>
                  <a:pt x="37572" y="2367014"/>
                </a:lnTo>
                <a:lnTo>
                  <a:pt x="37572" y="2367014"/>
                </a:lnTo>
                <a:cubicBezTo>
                  <a:pt x="16821" y="2367014"/>
                  <a:pt x="0" y="2350192"/>
                  <a:pt x="0" y="232944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257" y="4517991"/>
            <a:ext cx="751433" cy="751433"/>
          </a:xfrm>
          <a:custGeom>
            <a:avLst/>
            <a:gdLst/>
            <a:ahLst/>
            <a:cxnLst/>
            <a:rect l="l" t="t" r="r" b="b"/>
            <a:pathLst>
              <a:path w="751433" h="751433">
                <a:moveTo>
                  <a:pt x="150287" y="0"/>
                </a:moveTo>
                <a:lnTo>
                  <a:pt x="601146" y="0"/>
                </a:lnTo>
                <a:cubicBezTo>
                  <a:pt x="684147" y="0"/>
                  <a:pt x="751433" y="67286"/>
                  <a:pt x="751433" y="150287"/>
                </a:cubicBezTo>
                <a:lnTo>
                  <a:pt x="751433" y="601146"/>
                </a:lnTo>
                <a:cubicBezTo>
                  <a:pt x="751433" y="684147"/>
                  <a:pt x="684147" y="751433"/>
                  <a:pt x="601146" y="751433"/>
                </a:cubicBezTo>
                <a:lnTo>
                  <a:pt x="150287" y="751433"/>
                </a:lnTo>
                <a:cubicBezTo>
                  <a:pt x="67286" y="751433"/>
                  <a:pt x="0" y="684147"/>
                  <a:pt x="0" y="601146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6" name="Shape 24"/>
          <p:cNvSpPr/>
          <p:nvPr/>
        </p:nvSpPr>
        <p:spPr>
          <a:xfrm>
            <a:off x="6768767" y="4724635"/>
            <a:ext cx="380413" cy="338145"/>
          </a:xfrm>
          <a:custGeom>
            <a:avLst/>
            <a:gdLst/>
            <a:ahLst/>
            <a:cxnLst/>
            <a:rect l="l" t="t" r="r" b="b"/>
            <a:pathLst>
              <a:path w="380413" h="338145">
                <a:moveTo>
                  <a:pt x="253609" y="95103"/>
                </a:moveTo>
                <a:cubicBezTo>
                  <a:pt x="253609" y="159298"/>
                  <a:pt x="196811" y="211341"/>
                  <a:pt x="126804" y="211341"/>
                </a:cubicBezTo>
                <a:cubicBezTo>
                  <a:pt x="109171" y="211341"/>
                  <a:pt x="92395" y="208038"/>
                  <a:pt x="77139" y="202094"/>
                </a:cubicBezTo>
                <a:lnTo>
                  <a:pt x="23247" y="230625"/>
                </a:lnTo>
                <a:cubicBezTo>
                  <a:pt x="17105" y="233861"/>
                  <a:pt x="9576" y="232739"/>
                  <a:pt x="4623" y="227852"/>
                </a:cubicBezTo>
                <a:cubicBezTo>
                  <a:pt x="-330" y="222964"/>
                  <a:pt x="-1453" y="215369"/>
                  <a:pt x="1849" y="209227"/>
                </a:cubicBezTo>
                <a:lnTo>
                  <a:pt x="25361" y="164846"/>
                </a:lnTo>
                <a:cubicBezTo>
                  <a:pt x="9444" y="145429"/>
                  <a:pt x="0" y="121257"/>
                  <a:pt x="0" y="95103"/>
                </a:cubicBezTo>
                <a:cubicBezTo>
                  <a:pt x="0" y="30909"/>
                  <a:pt x="56798" y="-21134"/>
                  <a:pt x="126804" y="-21134"/>
                </a:cubicBezTo>
                <a:cubicBezTo>
                  <a:pt x="196811" y="-21134"/>
                  <a:pt x="253609" y="30909"/>
                  <a:pt x="253609" y="95103"/>
                </a:cubicBezTo>
                <a:close/>
                <a:moveTo>
                  <a:pt x="253609" y="338145"/>
                </a:moveTo>
                <a:cubicBezTo>
                  <a:pt x="191461" y="338145"/>
                  <a:pt x="139749" y="297132"/>
                  <a:pt x="128918" y="243042"/>
                </a:cubicBezTo>
                <a:cubicBezTo>
                  <a:pt x="208170" y="242051"/>
                  <a:pt x="277054" y="185649"/>
                  <a:pt x="284649" y="109171"/>
                </a:cubicBezTo>
                <a:cubicBezTo>
                  <a:pt x="339664" y="121851"/>
                  <a:pt x="380413" y="167487"/>
                  <a:pt x="380413" y="221908"/>
                </a:cubicBezTo>
                <a:cubicBezTo>
                  <a:pt x="380413" y="248061"/>
                  <a:pt x="370969" y="272233"/>
                  <a:pt x="355052" y="291650"/>
                </a:cubicBezTo>
                <a:lnTo>
                  <a:pt x="378564" y="336031"/>
                </a:lnTo>
                <a:cubicBezTo>
                  <a:pt x="381800" y="342174"/>
                  <a:pt x="380677" y="349703"/>
                  <a:pt x="375790" y="354656"/>
                </a:cubicBezTo>
                <a:cubicBezTo>
                  <a:pt x="370903" y="359609"/>
                  <a:pt x="363308" y="360732"/>
                  <a:pt x="357165" y="357430"/>
                </a:cubicBezTo>
                <a:lnTo>
                  <a:pt x="303274" y="328899"/>
                </a:lnTo>
                <a:cubicBezTo>
                  <a:pt x="288018" y="334843"/>
                  <a:pt x="271242" y="338145"/>
                  <a:pt x="253609" y="338145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7522549" y="4724635"/>
            <a:ext cx="3700807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9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Team Communication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257" y="5457282"/>
            <a:ext cx="5015815" cy="82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UML serves as a common visual language that bridges the gap between technical and non-technical team members, facilitating clearer discussions and more effective collaboration.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5F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709107e9f877bc027383defd3444777857bd773e.jp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0"/>
            <a:ext cx="12192000" cy="685851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515"/>
          </a:xfrm>
          <a:custGeom>
            <a:avLst/>
            <a:gdLst/>
            <a:ahLst/>
            <a:cxnLst/>
            <a:rect l="l" t="t" r="r" b="b"/>
            <a:pathLst>
              <a:path w="12192000" h="6858515">
                <a:moveTo>
                  <a:pt x="0" y="0"/>
                </a:moveTo>
                <a:lnTo>
                  <a:pt x="12192000" y="0"/>
                </a:lnTo>
                <a:lnTo>
                  <a:pt x="12192000" y="6858515"/>
                </a:lnTo>
                <a:lnTo>
                  <a:pt x="0" y="685851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95000"/>
                </a:srgbClr>
              </a:gs>
              <a:gs pos="50000">
                <a:srgbClr val="005F73">
                  <a:alpha val="90000"/>
                </a:srgbClr>
              </a:gs>
              <a:gs pos="100000">
                <a:srgbClr val="0A9396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700316" y="52440"/>
            <a:ext cx="791367" cy="791367"/>
          </a:xfrm>
          <a:custGeom>
            <a:avLst/>
            <a:gdLst/>
            <a:ahLst/>
            <a:cxnLst/>
            <a:rect l="l" t="t" r="r" b="b"/>
            <a:pathLst>
              <a:path w="791367" h="791367">
                <a:moveTo>
                  <a:pt x="395684" y="0"/>
                </a:moveTo>
                <a:lnTo>
                  <a:pt x="395684" y="0"/>
                </a:lnTo>
                <a:cubicBezTo>
                  <a:pt x="614067" y="0"/>
                  <a:pt x="791367" y="177300"/>
                  <a:pt x="791367" y="395684"/>
                </a:cubicBezTo>
                <a:lnTo>
                  <a:pt x="791367" y="395684"/>
                </a:lnTo>
                <a:cubicBezTo>
                  <a:pt x="791367" y="614067"/>
                  <a:pt x="614067" y="791367"/>
                  <a:pt x="395684" y="791367"/>
                </a:cubicBezTo>
                <a:lnTo>
                  <a:pt x="395684" y="791367"/>
                </a:lnTo>
                <a:cubicBezTo>
                  <a:pt x="177300" y="791367"/>
                  <a:pt x="0" y="614067"/>
                  <a:pt x="0" y="395684"/>
                </a:cubicBezTo>
                <a:lnTo>
                  <a:pt x="0" y="395684"/>
                </a:lnTo>
                <a:cubicBezTo>
                  <a:pt x="0" y="177300"/>
                  <a:pt x="177300" y="0"/>
                  <a:pt x="395684" y="0"/>
                </a:cubicBezTo>
                <a:close/>
              </a:path>
            </a:pathLst>
          </a:custGeom>
          <a:solidFill>
            <a:srgbClr val="0A939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948005" y="246161"/>
            <a:ext cx="296763" cy="395684"/>
          </a:xfrm>
          <a:custGeom>
            <a:avLst/>
            <a:gdLst/>
            <a:ahLst/>
            <a:cxnLst/>
            <a:rect l="l" t="t" r="r" b="b"/>
            <a:pathLst>
              <a:path w="296763" h="395684">
                <a:moveTo>
                  <a:pt x="193128" y="51624"/>
                </a:moveTo>
                <a:cubicBezTo>
                  <a:pt x="201165" y="40573"/>
                  <a:pt x="198692" y="25117"/>
                  <a:pt x="187641" y="17079"/>
                </a:cubicBezTo>
                <a:cubicBezTo>
                  <a:pt x="176589" y="9042"/>
                  <a:pt x="161133" y="11515"/>
                  <a:pt x="153096" y="22566"/>
                </a:cubicBezTo>
                <a:lnTo>
                  <a:pt x="71177" y="135166"/>
                </a:lnTo>
                <a:lnTo>
                  <a:pt x="42196" y="106185"/>
                </a:lnTo>
                <a:cubicBezTo>
                  <a:pt x="32536" y="96525"/>
                  <a:pt x="16847" y="96525"/>
                  <a:pt x="7187" y="106185"/>
                </a:cubicBezTo>
                <a:cubicBezTo>
                  <a:pt x="-2473" y="115846"/>
                  <a:pt x="-2473" y="131534"/>
                  <a:pt x="7187" y="141194"/>
                </a:cubicBezTo>
                <a:lnTo>
                  <a:pt x="56648" y="190655"/>
                </a:lnTo>
                <a:cubicBezTo>
                  <a:pt x="61748" y="195755"/>
                  <a:pt x="68858" y="198383"/>
                  <a:pt x="76045" y="197842"/>
                </a:cubicBezTo>
                <a:cubicBezTo>
                  <a:pt x="83233" y="197301"/>
                  <a:pt x="89879" y="193591"/>
                  <a:pt x="94129" y="187718"/>
                </a:cubicBezTo>
                <a:lnTo>
                  <a:pt x="193050" y="51702"/>
                </a:lnTo>
                <a:close/>
                <a:moveTo>
                  <a:pt x="292048" y="156728"/>
                </a:moveTo>
                <a:cubicBezTo>
                  <a:pt x="300086" y="145676"/>
                  <a:pt x="297613" y="130220"/>
                  <a:pt x="286561" y="122183"/>
                </a:cubicBezTo>
                <a:cubicBezTo>
                  <a:pt x="275510" y="114145"/>
                  <a:pt x="260054" y="116618"/>
                  <a:pt x="252016" y="127670"/>
                </a:cubicBezTo>
                <a:lnTo>
                  <a:pt x="120637" y="308278"/>
                </a:lnTo>
                <a:lnTo>
                  <a:pt x="66926" y="254567"/>
                </a:lnTo>
                <a:cubicBezTo>
                  <a:pt x="57266" y="244906"/>
                  <a:pt x="41578" y="244906"/>
                  <a:pt x="31917" y="254567"/>
                </a:cubicBezTo>
                <a:cubicBezTo>
                  <a:pt x="22257" y="264227"/>
                  <a:pt x="22257" y="279915"/>
                  <a:pt x="31917" y="289575"/>
                </a:cubicBezTo>
                <a:lnTo>
                  <a:pt x="106108" y="363766"/>
                </a:lnTo>
                <a:cubicBezTo>
                  <a:pt x="111209" y="368867"/>
                  <a:pt x="118319" y="371494"/>
                  <a:pt x="125506" y="370953"/>
                </a:cubicBezTo>
                <a:cubicBezTo>
                  <a:pt x="132693" y="370412"/>
                  <a:pt x="139339" y="366703"/>
                  <a:pt x="143590" y="360829"/>
                </a:cubicBezTo>
                <a:lnTo>
                  <a:pt x="291971" y="156805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" name="Text 3"/>
          <p:cNvSpPr/>
          <p:nvPr/>
        </p:nvSpPr>
        <p:spPr>
          <a:xfrm>
            <a:off x="4782295" y="968715"/>
            <a:ext cx="2695594" cy="494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895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36914" y="1430345"/>
            <a:ext cx="1318945" cy="32974"/>
          </a:xfrm>
          <a:custGeom>
            <a:avLst/>
            <a:gdLst/>
            <a:ahLst/>
            <a:cxnLst/>
            <a:rect l="l" t="t" r="r" b="b"/>
            <a:pathLst>
              <a:path w="1318945" h="32974">
                <a:moveTo>
                  <a:pt x="0" y="0"/>
                </a:moveTo>
                <a:lnTo>
                  <a:pt x="1318945" y="0"/>
                </a:lnTo>
                <a:lnTo>
                  <a:pt x="1318945" y="32974"/>
                </a:lnTo>
                <a:lnTo>
                  <a:pt x="0" y="32974"/>
                </a:lnTo>
                <a:lnTo>
                  <a:pt x="0" y="0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8" name="Shape 5"/>
          <p:cNvSpPr/>
          <p:nvPr/>
        </p:nvSpPr>
        <p:spPr>
          <a:xfrm>
            <a:off x="2407461" y="1652803"/>
            <a:ext cx="7377850" cy="1178807"/>
          </a:xfrm>
          <a:custGeom>
            <a:avLst/>
            <a:gdLst/>
            <a:ahLst/>
            <a:cxnLst/>
            <a:rect l="l" t="t" r="r" b="b"/>
            <a:pathLst>
              <a:path w="7377850" h="1178807">
                <a:moveTo>
                  <a:pt x="131897" y="0"/>
                </a:moveTo>
                <a:lnTo>
                  <a:pt x="7245953" y="0"/>
                </a:lnTo>
                <a:cubicBezTo>
                  <a:pt x="7318798" y="0"/>
                  <a:pt x="7377850" y="59052"/>
                  <a:pt x="7377850" y="131897"/>
                </a:cubicBezTo>
                <a:lnTo>
                  <a:pt x="7377850" y="1046911"/>
                </a:lnTo>
                <a:cubicBezTo>
                  <a:pt x="7377850" y="1119755"/>
                  <a:pt x="7318798" y="1178807"/>
                  <a:pt x="7245953" y="1178807"/>
                </a:cubicBezTo>
                <a:lnTo>
                  <a:pt x="131897" y="1178807"/>
                </a:lnTo>
                <a:cubicBezTo>
                  <a:pt x="59052" y="1178807"/>
                  <a:pt x="0" y="1119755"/>
                  <a:pt x="0" y="1046911"/>
                </a:cubicBezTo>
                <a:lnTo>
                  <a:pt x="0" y="131897"/>
                </a:lnTo>
                <a:cubicBezTo>
                  <a:pt x="0" y="59101"/>
                  <a:pt x="59101" y="0"/>
                  <a:pt x="131897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270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25912" y="1920714"/>
            <a:ext cx="6940949" cy="642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58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UML helped design before coding</a:t>
            </a:r>
            <a:r>
              <a:rPr lang="en-US" sz="1558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providing a clear blueprint that guided implementation and reduced development risks.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07461" y="3103643"/>
            <a:ext cx="7377850" cy="1500300"/>
          </a:xfrm>
          <a:custGeom>
            <a:avLst/>
            <a:gdLst/>
            <a:ahLst/>
            <a:cxnLst/>
            <a:rect l="l" t="t" r="r" b="b"/>
            <a:pathLst>
              <a:path w="7377850" h="1500300">
                <a:moveTo>
                  <a:pt x="131891" y="0"/>
                </a:moveTo>
                <a:lnTo>
                  <a:pt x="7245959" y="0"/>
                </a:lnTo>
                <a:cubicBezTo>
                  <a:pt x="7318800" y="0"/>
                  <a:pt x="7377850" y="59050"/>
                  <a:pt x="7377850" y="131891"/>
                </a:cubicBezTo>
                <a:lnTo>
                  <a:pt x="7377850" y="1368409"/>
                </a:lnTo>
                <a:cubicBezTo>
                  <a:pt x="7377850" y="1441250"/>
                  <a:pt x="7318800" y="1500300"/>
                  <a:pt x="7245959" y="1500300"/>
                </a:cubicBezTo>
                <a:lnTo>
                  <a:pt x="131891" y="1500300"/>
                </a:lnTo>
                <a:cubicBezTo>
                  <a:pt x="59099" y="1500300"/>
                  <a:pt x="0" y="1441202"/>
                  <a:pt x="0" y="1368409"/>
                </a:cubicBezTo>
                <a:lnTo>
                  <a:pt x="0" y="131891"/>
                </a:lnTo>
                <a:cubicBezTo>
                  <a:pt x="0" y="59099"/>
                  <a:pt x="59099" y="0"/>
                  <a:pt x="131891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270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25912" y="3371554"/>
            <a:ext cx="6940949" cy="964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58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Diagrams complement each other</a:t>
            </a:r>
            <a:r>
              <a:rPr lang="en-US" sz="1558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Use Case, Class, and Sequence diagrams together provide a complete view of system functionality, structure, and behavior.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07461" y="4875976"/>
            <a:ext cx="7377850" cy="1178807"/>
          </a:xfrm>
          <a:custGeom>
            <a:avLst/>
            <a:gdLst/>
            <a:ahLst/>
            <a:cxnLst/>
            <a:rect l="l" t="t" r="r" b="b"/>
            <a:pathLst>
              <a:path w="7377850" h="1178807">
                <a:moveTo>
                  <a:pt x="131897" y="0"/>
                </a:moveTo>
                <a:lnTo>
                  <a:pt x="7245953" y="0"/>
                </a:lnTo>
                <a:cubicBezTo>
                  <a:pt x="7318798" y="0"/>
                  <a:pt x="7377850" y="59052"/>
                  <a:pt x="7377850" y="131897"/>
                </a:cubicBezTo>
                <a:lnTo>
                  <a:pt x="7377850" y="1046911"/>
                </a:lnTo>
                <a:cubicBezTo>
                  <a:pt x="7377850" y="1119755"/>
                  <a:pt x="7318798" y="1178807"/>
                  <a:pt x="7245953" y="1178807"/>
                </a:cubicBezTo>
                <a:lnTo>
                  <a:pt x="131897" y="1178807"/>
                </a:lnTo>
                <a:cubicBezTo>
                  <a:pt x="59052" y="1178807"/>
                  <a:pt x="0" y="1119755"/>
                  <a:pt x="0" y="1046911"/>
                </a:cubicBezTo>
                <a:lnTo>
                  <a:pt x="0" y="131897"/>
                </a:lnTo>
                <a:cubicBezTo>
                  <a:pt x="0" y="59101"/>
                  <a:pt x="59101" y="0"/>
                  <a:pt x="131897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270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25912" y="5143886"/>
            <a:ext cx="6940949" cy="642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58" b="1" dirty="0">
                <a:solidFill>
                  <a:srgbClr val="0A93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 is clear and structured</a:t>
            </a:r>
            <a:r>
              <a:rPr lang="en-US" sz="1558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ready for implementation with well-defined requirements, architecture, and interaction flows.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321892" y="6458710"/>
            <a:ext cx="1549761" cy="8243"/>
          </a:xfrm>
          <a:custGeom>
            <a:avLst/>
            <a:gdLst/>
            <a:ahLst/>
            <a:cxnLst/>
            <a:rect l="l" t="t" r="r" b="b"/>
            <a:pathLst>
              <a:path w="1549761" h="8243">
                <a:moveTo>
                  <a:pt x="0" y="0"/>
                </a:moveTo>
                <a:lnTo>
                  <a:pt x="1549761" y="0"/>
                </a:lnTo>
                <a:lnTo>
                  <a:pt x="1549761" y="8243"/>
                </a:lnTo>
                <a:lnTo>
                  <a:pt x="0" y="8243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30196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276553" y="6162512"/>
            <a:ext cx="163219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8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80675" y="6525222"/>
            <a:ext cx="1623951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8" dirty="0">
                <a:solidFill>
                  <a:srgbClr val="F8F9F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984</Words>
  <Application>Microsoft Office PowerPoint</Application>
  <PresentationFormat>Широкоэкранный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Liter</vt:lpstr>
      <vt:lpstr>Calibri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— UML Design</dc:title>
  <dc:subject>Library Management System — UML Design</dc:subject>
  <dc:creator>Kimi</dc:creator>
  <cp:lastModifiedBy>Windows 10</cp:lastModifiedBy>
  <cp:revision>2</cp:revision>
  <dcterms:created xsi:type="dcterms:W3CDTF">2026-02-15T18:29:21Z</dcterms:created>
  <dcterms:modified xsi:type="dcterms:W3CDTF">2026-02-15T18:32:21Z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{"Label":"Library Management System — UML Design","ContentProducer":"001191110108MACG2KBH8F10000","ProduceID":"19c6285f-7b82-8075-8000-000080fe10f1","ReservedCode1":"","ContentPropagator":"001191110108MACG2KBH8F20000","PropagateID":"19c6285f-7b82-8075-8000-000080fe10f1","ReservedCode2":""}</vt:lpwstr>
  </property>
</Properties>
</file>